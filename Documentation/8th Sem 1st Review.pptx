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5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4A84C-4C43-42D8-8524-AA4DC1413B66}" v="82" dt="2026-01-19T17:50:34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ya Padhy" userId="b7a1c1b5dc41c3d4" providerId="LiveId" clId="{9C6D44AE-24B0-4FC0-BBB6-CE92678896EA}"/>
    <pc:docChg chg="undo redo custSel addSld modSld modMainMaster">
      <pc:chgData name="Sriya Padhy" userId="b7a1c1b5dc41c3d4" providerId="LiveId" clId="{9C6D44AE-24B0-4FC0-BBB6-CE92678896EA}" dt="2026-01-19T17:50:36.704" v="246" actId="20577"/>
      <pc:docMkLst>
        <pc:docMk/>
      </pc:docMkLst>
      <pc:sldChg chg="addSp delSp modSp mod setBg addAnim delAnim">
        <pc:chgData name="Sriya Padhy" userId="b7a1c1b5dc41c3d4" providerId="LiveId" clId="{9C6D44AE-24B0-4FC0-BBB6-CE92678896EA}" dt="2026-01-19T17:02:59.104" v="10"/>
        <pc:sldMkLst>
          <pc:docMk/>
          <pc:sldMk cId="0" sldId="256"/>
        </pc:sldMkLst>
        <pc:spChg chg="mod">
          <ac:chgData name="Sriya Padhy" userId="b7a1c1b5dc41c3d4" providerId="LiveId" clId="{9C6D44AE-24B0-4FC0-BBB6-CE92678896EA}" dt="2026-01-19T17:02:59.099" v="8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riya Padhy" userId="b7a1c1b5dc41c3d4" providerId="LiveId" clId="{9C6D44AE-24B0-4FC0-BBB6-CE92678896EA}" dt="2026-01-19T17:02:59.099" v="8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02:48.354" v="5" actId="26606"/>
          <ac:spMkLst>
            <pc:docMk/>
            <pc:sldMk cId="0" sldId="256"/>
            <ac:spMk id="8" creationId="{9095C1F4-AE7F-44E4-8693-40D3D6831140}"/>
          </ac:spMkLst>
        </pc:spChg>
        <pc:spChg chg="add del">
          <ac:chgData name="Sriya Padhy" userId="b7a1c1b5dc41c3d4" providerId="LiveId" clId="{9C6D44AE-24B0-4FC0-BBB6-CE92678896EA}" dt="2026-01-19T17:02:45.638" v="3" actId="26606"/>
          <ac:spMkLst>
            <pc:docMk/>
            <pc:sldMk cId="0" sldId="256"/>
            <ac:spMk id="9" creationId="{06DA9DF9-31F7-4056-B42E-878CC92417B8}"/>
          </ac:spMkLst>
        </pc:spChg>
        <pc:spChg chg="add">
          <ac:chgData name="Sriya Padhy" userId="b7a1c1b5dc41c3d4" providerId="LiveId" clId="{9C6D44AE-24B0-4FC0-BBB6-CE92678896EA}" dt="2026-01-19T17:02:59.099" v="8" actId="26606"/>
          <ac:spMkLst>
            <pc:docMk/>
            <pc:sldMk cId="0" sldId="256"/>
            <ac:spMk id="11" creationId="{F49775AF-8896-43EE-92C6-83497D6DC56F}"/>
          </ac:spMkLst>
        </pc:spChg>
        <pc:spChg chg="add del">
          <ac:chgData name="Sriya Padhy" userId="b7a1c1b5dc41c3d4" providerId="LiveId" clId="{9C6D44AE-24B0-4FC0-BBB6-CE92678896EA}" dt="2026-01-19T17:02:48.354" v="5" actId="26606"/>
          <ac:spMkLst>
            <pc:docMk/>
            <pc:sldMk cId="0" sldId="256"/>
            <ac:spMk id="14" creationId="{871AEA07-1E14-44B4-8E55-64EF049CD66F}"/>
          </ac:spMkLst>
        </pc:spChg>
        <pc:spChg chg="add del">
          <ac:chgData name="Sriya Padhy" userId="b7a1c1b5dc41c3d4" providerId="LiveId" clId="{9C6D44AE-24B0-4FC0-BBB6-CE92678896EA}" dt="2026-01-19T17:02:59.067" v="7" actId="26606"/>
          <ac:spMkLst>
            <pc:docMk/>
            <pc:sldMk cId="0" sldId="256"/>
            <ac:spMk id="16" creationId="{289ED1AA-8684-4D37-B208-8777E1A7780D}"/>
          </ac:spMkLst>
        </pc:spChg>
        <pc:spChg chg="add del">
          <ac:chgData name="Sriya Padhy" userId="b7a1c1b5dc41c3d4" providerId="LiveId" clId="{9C6D44AE-24B0-4FC0-BBB6-CE92678896EA}" dt="2026-01-19T17:02:59.067" v="7" actId="26606"/>
          <ac:spMkLst>
            <pc:docMk/>
            <pc:sldMk cId="0" sldId="256"/>
            <ac:spMk id="17" creationId="{4180E01B-B1F4-437C-807D-1C930718EE64}"/>
          </ac:spMkLst>
        </pc:spChg>
        <pc:spChg chg="add del">
          <ac:chgData name="Sriya Padhy" userId="b7a1c1b5dc41c3d4" providerId="LiveId" clId="{9C6D44AE-24B0-4FC0-BBB6-CE92678896EA}" dt="2026-01-19T17:02:59.067" v="7" actId="26606"/>
          <ac:spMkLst>
            <pc:docMk/>
            <pc:sldMk cId="0" sldId="256"/>
            <ac:spMk id="18" creationId="{41F77738-2AF0-4750-A0C7-F97C2C17590E}"/>
          </ac:spMkLst>
        </pc:spChg>
        <pc:spChg chg="add">
          <ac:chgData name="Sriya Padhy" userId="b7a1c1b5dc41c3d4" providerId="LiveId" clId="{9C6D44AE-24B0-4FC0-BBB6-CE92678896EA}" dt="2026-01-19T17:02:59.099" v="8" actId="26606"/>
          <ac:spMkLst>
            <pc:docMk/>
            <pc:sldMk cId="0" sldId="256"/>
            <ac:spMk id="20" creationId="{9B7AD9F6-8CE7-4299-8FC6-328F4DCD3FF9}"/>
          </ac:spMkLst>
        </pc:spChg>
        <pc:grpChg chg="add del">
          <ac:chgData name="Sriya Padhy" userId="b7a1c1b5dc41c3d4" providerId="LiveId" clId="{9C6D44AE-24B0-4FC0-BBB6-CE92678896EA}" dt="2026-01-19T17:02:48.354" v="5" actId="26606"/>
          <ac:grpSpMkLst>
            <pc:docMk/>
            <pc:sldMk cId="0" sldId="256"/>
            <ac:grpSpMk id="10" creationId="{8734DDD3-F723-4DD3-8ABE-EC0B2AC87D74}"/>
          </ac:grpSpMkLst>
        </pc:grpChg>
        <pc:picChg chg="add del">
          <ac:chgData name="Sriya Padhy" userId="b7a1c1b5dc41c3d4" providerId="LiveId" clId="{9C6D44AE-24B0-4FC0-BBB6-CE92678896EA}" dt="2026-01-19T17:02:45.638" v="3" actId="26606"/>
          <ac:picMkLst>
            <pc:docMk/>
            <pc:sldMk cId="0" sldId="256"/>
            <ac:picMk id="5" creationId="{BAA62640-7889-5DB3-384C-55AD68A07C29}"/>
          </ac:picMkLst>
        </pc:picChg>
        <pc:picChg chg="add">
          <ac:chgData name="Sriya Padhy" userId="b7a1c1b5dc41c3d4" providerId="LiveId" clId="{9C6D44AE-24B0-4FC0-BBB6-CE92678896EA}" dt="2026-01-19T17:02:59.099" v="8" actId="26606"/>
          <ac:picMkLst>
            <pc:docMk/>
            <pc:sldMk cId="0" sldId="256"/>
            <ac:picMk id="21" creationId="{8AE9DE66-1AEE-6AA2-436F-36B367509FF8}"/>
          </ac:picMkLst>
        </pc:picChg>
      </pc:sldChg>
      <pc:sldChg chg="addSp delSp modSp mod setBg">
        <pc:chgData name="Sriya Padhy" userId="b7a1c1b5dc41c3d4" providerId="LiveId" clId="{9C6D44AE-24B0-4FC0-BBB6-CE92678896EA}" dt="2026-01-19T17:03:51.672" v="13" actId="26606"/>
        <pc:sldMkLst>
          <pc:docMk/>
          <pc:sldMk cId="0" sldId="257"/>
        </pc:sldMkLst>
        <pc:spChg chg="mod">
          <ac:chgData name="Sriya Padhy" userId="b7a1c1b5dc41c3d4" providerId="LiveId" clId="{9C6D44AE-24B0-4FC0-BBB6-CE92678896EA}" dt="2026-01-19T17:03:51.672" v="13" actId="26606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03:51.672" v="13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03:51.672" v="13" actId="26606"/>
          <ac:spMkLst>
            <pc:docMk/>
            <pc:sldMk cId="0" sldId="257"/>
            <ac:spMk id="7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03:51.672" v="13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Sriya Padhy" userId="b7a1c1b5dc41c3d4" providerId="LiveId" clId="{9C6D44AE-24B0-4FC0-BBB6-CE92678896EA}" dt="2026-01-19T17:03:51.672" v="13" actId="26606"/>
          <ac:spMkLst>
            <pc:docMk/>
            <pc:sldMk cId="0" sldId="257"/>
            <ac:spMk id="11" creationId="{E81BF4F6-F2CF-4984-9D14-D6966D92F99F}"/>
          </ac:spMkLst>
        </pc:spChg>
        <pc:graphicFrameChg chg="add del">
          <ac:chgData name="Sriya Padhy" userId="b7a1c1b5dc41c3d4" providerId="LiveId" clId="{9C6D44AE-24B0-4FC0-BBB6-CE92678896EA}" dt="2026-01-19T17:03:51.651" v="12" actId="26606"/>
          <ac:graphicFrameMkLst>
            <pc:docMk/>
            <pc:sldMk cId="0" sldId="257"/>
            <ac:graphicFrameMk id="5" creationId="{A8A778DF-A0AB-DFFE-883C-B90700271DA8}"/>
          </ac:graphicFrameMkLst>
        </pc:graphicFrameChg>
        <pc:picChg chg="add">
          <ac:chgData name="Sriya Padhy" userId="b7a1c1b5dc41c3d4" providerId="LiveId" clId="{9C6D44AE-24B0-4FC0-BBB6-CE92678896EA}" dt="2026-01-19T17:03:51.672" v="13" actId="26606"/>
          <ac:picMkLst>
            <pc:docMk/>
            <pc:sldMk cId="0" sldId="257"/>
            <ac:picMk id="8" creationId="{B8B4F35F-6E24-9853-E41C-DB386B801AAF}"/>
          </ac:picMkLst>
        </pc:picChg>
      </pc:sldChg>
      <pc:sldChg chg="addSp modSp mod setBg">
        <pc:chgData name="Sriya Padhy" userId="b7a1c1b5dc41c3d4" providerId="LiveId" clId="{9C6D44AE-24B0-4FC0-BBB6-CE92678896EA}" dt="2026-01-19T17:38:58.661" v="172" actId="20577"/>
        <pc:sldMkLst>
          <pc:docMk/>
          <pc:sldMk cId="0" sldId="258"/>
        </pc:sldMkLst>
        <pc:spChg chg="mod">
          <ac:chgData name="Sriya Padhy" userId="b7a1c1b5dc41c3d4" providerId="LiveId" clId="{9C6D44AE-24B0-4FC0-BBB6-CE92678896EA}" dt="2026-01-19T17:07:12.823" v="3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riya Padhy" userId="b7a1c1b5dc41c3d4" providerId="LiveId" clId="{9C6D44AE-24B0-4FC0-BBB6-CE92678896EA}" dt="2026-01-19T17:38:58.661" v="172" actId="20577"/>
          <ac:spMkLst>
            <pc:docMk/>
            <pc:sldMk cId="0" sldId="258"/>
            <ac:spMk id="3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07:12.823" v="32" actId="26606"/>
          <ac:spMkLst>
            <pc:docMk/>
            <pc:sldMk cId="0" sldId="258"/>
            <ac:spMk id="9" creationId="{C0763A76-9F1C-4FC5-82B7-DD475DA461B2}"/>
          </ac:spMkLst>
        </pc:spChg>
        <pc:spChg chg="add">
          <ac:chgData name="Sriya Padhy" userId="b7a1c1b5dc41c3d4" providerId="LiveId" clId="{9C6D44AE-24B0-4FC0-BBB6-CE92678896EA}" dt="2026-01-19T17:07:12.823" v="32" actId="26606"/>
          <ac:spMkLst>
            <pc:docMk/>
            <pc:sldMk cId="0" sldId="258"/>
            <ac:spMk id="11" creationId="{E81BF4F6-F2CF-4984-9D14-D6966D92F99F}"/>
          </ac:spMkLst>
        </pc:spChg>
        <pc:picChg chg="add">
          <ac:chgData name="Sriya Padhy" userId="b7a1c1b5dc41c3d4" providerId="LiveId" clId="{9C6D44AE-24B0-4FC0-BBB6-CE92678896EA}" dt="2026-01-19T17:07:12.823" v="32" actId="26606"/>
          <ac:picMkLst>
            <pc:docMk/>
            <pc:sldMk cId="0" sldId="258"/>
            <ac:picMk id="5" creationId="{CC5FF34F-9205-9AC0-563D-DB8907104E36}"/>
          </ac:picMkLst>
        </pc:picChg>
      </pc:sldChg>
      <pc:sldChg chg="addSp delSp modSp mod setBg">
        <pc:chgData name="Sriya Padhy" userId="b7a1c1b5dc41c3d4" providerId="LiveId" clId="{9C6D44AE-24B0-4FC0-BBB6-CE92678896EA}" dt="2026-01-19T17:45:13.650" v="200" actId="2711"/>
        <pc:sldMkLst>
          <pc:docMk/>
          <pc:sldMk cId="0" sldId="259"/>
        </pc:sldMkLst>
        <pc:spChg chg="mod">
          <ac:chgData name="Sriya Padhy" userId="b7a1c1b5dc41c3d4" providerId="LiveId" clId="{9C6D44AE-24B0-4FC0-BBB6-CE92678896EA}" dt="2026-01-19T17:09:03.285" v="47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Sriya Padhy" userId="b7a1c1b5dc41c3d4" providerId="LiveId" clId="{9C6D44AE-24B0-4FC0-BBB6-CE92678896EA}" dt="2026-01-19T17:09:03.285" v="47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08:46" v="42" actId="26606"/>
          <ac:spMkLst>
            <pc:docMk/>
            <pc:sldMk cId="0" sldId="259"/>
            <ac:spMk id="6" creationId="{2659FDB4-FCBE-4A89-B46D-43D4FA54464D}"/>
          </ac:spMkLst>
        </pc:spChg>
        <pc:spChg chg="add del">
          <ac:chgData name="Sriya Padhy" userId="b7a1c1b5dc41c3d4" providerId="LiveId" clId="{9C6D44AE-24B0-4FC0-BBB6-CE92678896EA}" dt="2026-01-19T17:07:41.778" v="34" actId="26606"/>
          <ac:spMkLst>
            <pc:docMk/>
            <pc:sldMk cId="0" sldId="259"/>
            <ac:spMk id="9" creationId="{2659FDB4-FCBE-4A89-B46D-43D4FA54464D}"/>
          </ac:spMkLst>
        </pc:spChg>
        <pc:spChg chg="add del">
          <ac:chgData name="Sriya Padhy" userId="b7a1c1b5dc41c3d4" providerId="LiveId" clId="{9C6D44AE-24B0-4FC0-BBB6-CE92678896EA}" dt="2026-01-19T17:08:52.693" v="44" actId="26606"/>
          <ac:spMkLst>
            <pc:docMk/>
            <pc:sldMk cId="0" sldId="259"/>
            <ac:spMk id="10" creationId="{6D1A2CED-DA9B-4CCF-8215-CFC65FE71603}"/>
          </ac:spMkLst>
        </pc:spChg>
        <pc:spChg chg="add del">
          <ac:chgData name="Sriya Padhy" userId="b7a1c1b5dc41c3d4" providerId="LiveId" clId="{9C6D44AE-24B0-4FC0-BBB6-CE92678896EA}" dt="2026-01-19T17:08:52.693" v="44" actId="26606"/>
          <ac:spMkLst>
            <pc:docMk/>
            <pc:sldMk cId="0" sldId="259"/>
            <ac:spMk id="12" creationId="{562DFC44-A40C-4573-9230-B3EDB3EC8EEB}"/>
          </ac:spMkLst>
        </pc:spChg>
        <pc:spChg chg="add del">
          <ac:chgData name="Sriya Padhy" userId="b7a1c1b5dc41c3d4" providerId="LiveId" clId="{9C6D44AE-24B0-4FC0-BBB6-CE92678896EA}" dt="2026-01-19T17:08:52.693" v="44" actId="26606"/>
          <ac:spMkLst>
            <pc:docMk/>
            <pc:sldMk cId="0" sldId="259"/>
            <ac:spMk id="14" creationId="{15589D35-CF9F-4DE9-A792-8571A09E9BC9}"/>
          </ac:spMkLst>
        </pc:spChg>
        <pc:spChg chg="add del">
          <ac:chgData name="Sriya Padhy" userId="b7a1c1b5dc41c3d4" providerId="LiveId" clId="{9C6D44AE-24B0-4FC0-BBB6-CE92678896EA}" dt="2026-01-19T17:09:03.217" v="46" actId="26606"/>
          <ac:spMkLst>
            <pc:docMk/>
            <pc:sldMk cId="0" sldId="259"/>
            <ac:spMk id="17" creationId="{2659FDB4-FCBE-4A89-B46D-43D4FA54464D}"/>
          </ac:spMkLst>
        </pc:spChg>
        <pc:spChg chg="add">
          <ac:chgData name="Sriya Padhy" userId="b7a1c1b5dc41c3d4" providerId="LiveId" clId="{9C6D44AE-24B0-4FC0-BBB6-CE92678896EA}" dt="2026-01-19T17:09:03.285" v="47" actId="26606"/>
          <ac:spMkLst>
            <pc:docMk/>
            <pc:sldMk cId="0" sldId="259"/>
            <ac:spMk id="21" creationId="{7517A47C-B2E5-4B79-8061-D74B1311AF6E}"/>
          </ac:spMkLst>
        </pc:spChg>
        <pc:spChg chg="add">
          <ac:chgData name="Sriya Padhy" userId="b7a1c1b5dc41c3d4" providerId="LiveId" clId="{9C6D44AE-24B0-4FC0-BBB6-CE92678896EA}" dt="2026-01-19T17:09:03.285" v="47" actId="26606"/>
          <ac:spMkLst>
            <pc:docMk/>
            <pc:sldMk cId="0" sldId="259"/>
            <ac:spMk id="22" creationId="{C505E780-2083-4CB5-A42A-5E0E2908ECC3}"/>
          </ac:spMkLst>
        </pc:spChg>
        <pc:spChg chg="add">
          <ac:chgData name="Sriya Padhy" userId="b7a1c1b5dc41c3d4" providerId="LiveId" clId="{9C6D44AE-24B0-4FC0-BBB6-CE92678896EA}" dt="2026-01-19T17:09:03.285" v="47" actId="26606"/>
          <ac:spMkLst>
            <pc:docMk/>
            <pc:sldMk cId="0" sldId="259"/>
            <ac:spMk id="23" creationId="{D2C0AE1C-0118-41AE-8A10-7CDCBF10E96F}"/>
          </ac:spMkLst>
        </pc:spChg>
        <pc:spChg chg="add">
          <ac:chgData name="Sriya Padhy" userId="b7a1c1b5dc41c3d4" providerId="LiveId" clId="{9C6D44AE-24B0-4FC0-BBB6-CE92678896EA}" dt="2026-01-19T17:09:03.285" v="47" actId="26606"/>
          <ac:spMkLst>
            <pc:docMk/>
            <pc:sldMk cId="0" sldId="259"/>
            <ac:spMk id="24" creationId="{463EEC44-1BA3-44ED-81FC-A644B04B2A44}"/>
          </ac:spMkLst>
        </pc:spChg>
        <pc:graphicFrameChg chg="add del">
          <ac:chgData name="Sriya Padhy" userId="b7a1c1b5dc41c3d4" providerId="LiveId" clId="{9C6D44AE-24B0-4FC0-BBB6-CE92678896EA}" dt="2026-01-19T17:07:41.778" v="34" actId="26606"/>
          <ac:graphicFrameMkLst>
            <pc:docMk/>
            <pc:sldMk cId="0" sldId="259"/>
            <ac:graphicFrameMk id="5" creationId="{D3608CA4-A43C-7EBD-E666-0B65D4409529}"/>
          </ac:graphicFrameMkLst>
        </pc:graphicFrameChg>
        <pc:graphicFrameChg chg="add del">
          <ac:chgData name="Sriya Padhy" userId="b7a1c1b5dc41c3d4" providerId="LiveId" clId="{9C6D44AE-24B0-4FC0-BBB6-CE92678896EA}" dt="2026-01-19T17:08:46" v="42" actId="26606"/>
          <ac:graphicFrameMkLst>
            <pc:docMk/>
            <pc:sldMk cId="0" sldId="259"/>
            <ac:graphicFrameMk id="8" creationId="{1DB90957-8E85-43DB-3EBC-97771DC7A2B1}"/>
          </ac:graphicFrameMkLst>
        </pc:graphicFrameChg>
        <pc:graphicFrameChg chg="add del">
          <ac:chgData name="Sriya Padhy" userId="b7a1c1b5dc41c3d4" providerId="LiveId" clId="{9C6D44AE-24B0-4FC0-BBB6-CE92678896EA}" dt="2026-01-19T17:07:49.228" v="36" actId="26606"/>
          <ac:graphicFrameMkLst>
            <pc:docMk/>
            <pc:sldMk cId="0" sldId="259"/>
            <ac:graphicFrameMk id="13" creationId="{95C10580-5A86-B181-2E95-FCBC268B208C}"/>
          </ac:graphicFrameMkLst>
        </pc:graphicFrameChg>
        <pc:graphicFrameChg chg="add del">
          <ac:chgData name="Sriya Padhy" userId="b7a1c1b5dc41c3d4" providerId="LiveId" clId="{9C6D44AE-24B0-4FC0-BBB6-CE92678896EA}" dt="2026-01-19T17:08:52.693" v="44" actId="26606"/>
          <ac:graphicFrameMkLst>
            <pc:docMk/>
            <pc:sldMk cId="0" sldId="259"/>
            <ac:graphicFrameMk id="15" creationId="{F6E48EA2-39E3-B916-F5F4-FE34C5A71B04}"/>
          </ac:graphicFrameMkLst>
        </pc:graphicFrameChg>
        <pc:graphicFrameChg chg="add del">
          <ac:chgData name="Sriya Padhy" userId="b7a1c1b5dc41c3d4" providerId="LiveId" clId="{9C6D44AE-24B0-4FC0-BBB6-CE92678896EA}" dt="2026-01-19T17:09:03.217" v="46" actId="26606"/>
          <ac:graphicFrameMkLst>
            <pc:docMk/>
            <pc:sldMk cId="0" sldId="259"/>
            <ac:graphicFrameMk id="19" creationId="{1DB90957-8E85-43DB-3EBC-97771DC7A2B1}"/>
          </ac:graphicFrameMkLst>
        </pc:graphicFrameChg>
        <pc:graphicFrameChg chg="add mod">
          <ac:chgData name="Sriya Padhy" userId="b7a1c1b5dc41c3d4" providerId="LiveId" clId="{9C6D44AE-24B0-4FC0-BBB6-CE92678896EA}" dt="2026-01-19T17:45:13.650" v="200" actId="2711"/>
          <ac:graphicFrameMkLst>
            <pc:docMk/>
            <pc:sldMk cId="0" sldId="259"/>
            <ac:graphicFrameMk id="25" creationId="{E0149C49-8C7A-82C8-6ABD-9025FCC22C49}"/>
          </ac:graphicFrameMkLst>
        </pc:graphicFrameChg>
        <pc:cxnChg chg="add del">
          <ac:chgData name="Sriya Padhy" userId="b7a1c1b5dc41c3d4" providerId="LiveId" clId="{9C6D44AE-24B0-4FC0-BBB6-CE92678896EA}" dt="2026-01-19T17:08:46" v="42" actId="26606"/>
          <ac:cxnSpMkLst>
            <pc:docMk/>
            <pc:sldMk cId="0" sldId="259"/>
            <ac:cxnSpMk id="7" creationId="{C8F51B3F-8331-4E4A-AE96-D47B1006EEAD}"/>
          </ac:cxnSpMkLst>
        </pc:cxnChg>
        <pc:cxnChg chg="add del">
          <ac:chgData name="Sriya Padhy" userId="b7a1c1b5dc41c3d4" providerId="LiveId" clId="{9C6D44AE-24B0-4FC0-BBB6-CE92678896EA}" dt="2026-01-19T17:07:41.778" v="34" actId="26606"/>
          <ac:cxnSpMkLst>
            <pc:docMk/>
            <pc:sldMk cId="0" sldId="259"/>
            <ac:cxnSpMk id="11" creationId="{C8F51B3F-8331-4E4A-AE96-D47B1006EEAD}"/>
          </ac:cxnSpMkLst>
        </pc:cxnChg>
        <pc:cxnChg chg="add del">
          <ac:chgData name="Sriya Padhy" userId="b7a1c1b5dc41c3d4" providerId="LiveId" clId="{9C6D44AE-24B0-4FC0-BBB6-CE92678896EA}" dt="2026-01-19T17:09:03.217" v="46" actId="26606"/>
          <ac:cxnSpMkLst>
            <pc:docMk/>
            <pc:sldMk cId="0" sldId="259"/>
            <ac:cxnSpMk id="18" creationId="{C8F51B3F-8331-4E4A-AE96-D47B1006EEAD}"/>
          </ac:cxnSpMkLst>
        </pc:cxnChg>
      </pc:sldChg>
      <pc:sldChg chg="addSp delSp modSp mod setBg">
        <pc:chgData name="Sriya Padhy" userId="b7a1c1b5dc41c3d4" providerId="LiveId" clId="{9C6D44AE-24B0-4FC0-BBB6-CE92678896EA}" dt="2026-01-19T17:45:34.851" v="203" actId="113"/>
        <pc:sldMkLst>
          <pc:docMk/>
          <pc:sldMk cId="0" sldId="260"/>
        </pc:sldMkLst>
        <pc:spChg chg="add del mod">
          <ac:chgData name="Sriya Padhy" userId="b7a1c1b5dc41c3d4" providerId="LiveId" clId="{9C6D44AE-24B0-4FC0-BBB6-CE92678896EA}" dt="2026-01-19T17:15:42.933" v="60" actId="21"/>
          <ac:spMkLst>
            <pc:docMk/>
            <pc:sldMk cId="0" sldId="260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10:25.286" v="48" actId="26606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Sriya Padhy" userId="b7a1c1b5dc41c3d4" providerId="LiveId" clId="{9C6D44AE-24B0-4FC0-BBB6-CE92678896EA}" dt="2026-01-19T17:16:04.717" v="64" actId="14100"/>
          <ac:spMkLst>
            <pc:docMk/>
            <pc:sldMk cId="0" sldId="260"/>
            <ac:spMk id="6" creationId="{A5054CCB-BC27-664B-1E43-B6650B9CD507}"/>
          </ac:spMkLst>
        </pc:spChg>
        <pc:spChg chg="add mod">
          <ac:chgData name="Sriya Padhy" userId="b7a1c1b5dc41c3d4" providerId="LiveId" clId="{9C6D44AE-24B0-4FC0-BBB6-CE92678896EA}" dt="2026-01-19T17:15:22.998" v="54" actId="1076"/>
          <ac:spMkLst>
            <pc:docMk/>
            <pc:sldMk cId="0" sldId="260"/>
            <ac:spMk id="7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10:25.286" v="48" actId="26606"/>
          <ac:spMkLst>
            <pc:docMk/>
            <pc:sldMk cId="0" sldId="260"/>
            <ac:spMk id="9" creationId="{44AD29B6-BF3B-4407-9E75-52DF8E3B29F1}"/>
          </ac:spMkLst>
        </pc:spChg>
        <pc:spChg chg="add del">
          <ac:chgData name="Sriya Padhy" userId="b7a1c1b5dc41c3d4" providerId="LiveId" clId="{9C6D44AE-24B0-4FC0-BBB6-CE92678896EA}" dt="2026-01-19T17:15:37.912" v="58" actId="22"/>
          <ac:spMkLst>
            <pc:docMk/>
            <pc:sldMk cId="0" sldId="260"/>
            <ac:spMk id="10" creationId="{87906D3B-E2C9-8ED4-FE7F-6537DD04AC08}"/>
          </ac:spMkLst>
        </pc:spChg>
        <pc:spChg chg="add">
          <ac:chgData name="Sriya Padhy" userId="b7a1c1b5dc41c3d4" providerId="LiveId" clId="{9C6D44AE-24B0-4FC0-BBB6-CE92678896EA}" dt="2026-01-19T17:10:25.286" v="48" actId="26606"/>
          <ac:spMkLst>
            <pc:docMk/>
            <pc:sldMk cId="0" sldId="260"/>
            <ac:spMk id="11" creationId="{55F8BA08-3E38-4B70-B93A-74F08E092206}"/>
          </ac:spMkLst>
        </pc:spChg>
        <pc:spChg chg="add del mod">
          <ac:chgData name="Sriya Padhy" userId="b7a1c1b5dc41c3d4" providerId="LiveId" clId="{9C6D44AE-24B0-4FC0-BBB6-CE92678896EA}" dt="2026-01-19T17:16:15.205" v="65" actId="478"/>
          <ac:spMkLst>
            <pc:docMk/>
            <pc:sldMk cId="0" sldId="260"/>
            <ac:spMk id="12" creationId="{EEAC8D86-A1F4-82C8-3F32-5973A440B758}"/>
          </ac:spMkLst>
        </pc:spChg>
        <pc:spChg chg="add">
          <ac:chgData name="Sriya Padhy" userId="b7a1c1b5dc41c3d4" providerId="LiveId" clId="{9C6D44AE-24B0-4FC0-BBB6-CE92678896EA}" dt="2026-01-19T17:10:25.286" v="48" actId="26606"/>
          <ac:spMkLst>
            <pc:docMk/>
            <pc:sldMk cId="0" sldId="260"/>
            <ac:spMk id="13" creationId="{357F1B33-79AB-4A71-8CEC-4546D709B8C8}"/>
          </ac:spMkLst>
        </pc:spChg>
        <pc:spChg chg="add del mod">
          <ac:chgData name="Sriya Padhy" userId="b7a1c1b5dc41c3d4" providerId="LiveId" clId="{9C6D44AE-24B0-4FC0-BBB6-CE92678896EA}" dt="2026-01-19T17:17:36.266" v="81" actId="478"/>
          <ac:spMkLst>
            <pc:docMk/>
            <pc:sldMk cId="0" sldId="260"/>
            <ac:spMk id="14" creationId="{062E71A7-17DB-E8CB-7AEA-65E653F0DE4E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15" creationId="{95303356-C05A-7BB7-E426-66FCEF78EE45}"/>
          </ac:spMkLst>
        </pc:spChg>
        <pc:spChg chg="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16" creationId="{3EBD44B8-B57D-EAF8-4EBC-13DD3F880211}"/>
          </ac:spMkLst>
        </pc:spChg>
        <pc:spChg chg="add 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18" creationId="{119E426C-0197-A225-A2E1-C0CDF5105701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19" creationId="{8EFB3A4D-4A90-9E1E-0D0D-22F62F14318B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21" creationId="{C42D5617-4260-71C3-AA27-9BCEC8B400BF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22" creationId="{B66AB936-331C-6116-65F1-C02B00633251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24" creationId="{2CEA9851-8DCE-5F42-A868-AB41F47F1BCD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25" creationId="{A246589C-82AF-732F-9F1A-AF183A18C2D2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27" creationId="{90C76572-38F9-08E9-A89C-28A0ACAAEDC1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28" creationId="{3622C081-CCCA-AB84-9FB4-2F4AB771515A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30" creationId="{C0EDF577-6A99-14ED-D106-11B9F5DD0B8C}"/>
          </ac:spMkLst>
        </pc:spChg>
        <pc:spChg chg="mod">
          <ac:chgData name="Sriya Padhy" userId="b7a1c1b5dc41c3d4" providerId="LiveId" clId="{9C6D44AE-24B0-4FC0-BBB6-CE92678896EA}" dt="2026-01-19T17:17:13.562" v="75" actId="1076"/>
          <ac:spMkLst>
            <pc:docMk/>
            <pc:sldMk cId="0" sldId="260"/>
            <ac:spMk id="31" creationId="{760AD417-F94C-448F-E30A-F49209D221DC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33" creationId="{2399BD32-F50A-A6B2-A7BB-4DB47249ADB5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35" creationId="{63FB93A2-9F2D-C5AE-0E88-25E26F57C22B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40" creationId="{1896A0C0-5D05-CA0B-D0CC-0A50F5A67574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41" creationId="{53E16F90-C8AF-453A-D125-A82B2B435A7E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42" creationId="{E1DAA288-B6DA-DA41-4817-95E08D344212}"/>
          </ac:spMkLst>
        </pc:spChg>
        <pc:spChg chg="add mod">
          <ac:chgData name="Sriya Padhy" userId="b7a1c1b5dc41c3d4" providerId="LiveId" clId="{9C6D44AE-24B0-4FC0-BBB6-CE92678896EA}" dt="2026-01-19T17:17:14.375" v="76"/>
          <ac:spMkLst>
            <pc:docMk/>
            <pc:sldMk cId="0" sldId="260"/>
            <ac:spMk id="43" creationId="{92DEDC2A-2ED3-34BC-E7C9-96DF6D9F2CE6}"/>
          </ac:spMkLst>
        </pc:spChg>
        <pc:spChg chg="add del">
          <ac:chgData name="Sriya Padhy" userId="b7a1c1b5dc41c3d4" providerId="LiveId" clId="{9C6D44AE-24B0-4FC0-BBB6-CE92678896EA}" dt="2026-01-19T17:21:14.798" v="104" actId="478"/>
          <ac:spMkLst>
            <pc:docMk/>
            <pc:sldMk cId="0" sldId="260"/>
            <ac:spMk id="47" creationId="{CB002CB6-81FD-0330-4447-A887DF578739}"/>
          </ac:spMkLst>
        </pc:spChg>
        <pc:graphicFrameChg chg="add mod modGraphic">
          <ac:chgData name="Sriya Padhy" userId="b7a1c1b5dc41c3d4" providerId="LiveId" clId="{9C6D44AE-24B0-4FC0-BBB6-CE92678896EA}" dt="2026-01-19T17:45:22.154" v="201" actId="2711"/>
          <ac:graphicFrameMkLst>
            <pc:docMk/>
            <pc:sldMk cId="0" sldId="260"/>
            <ac:graphicFrameMk id="5" creationId="{E2712EA4-C6FE-049A-1496-EC6D7DBAFE6B}"/>
          </ac:graphicFrameMkLst>
        </pc:graphicFrameChg>
        <pc:graphicFrameChg chg="add mod">
          <ac:chgData name="Sriya Padhy" userId="b7a1c1b5dc41c3d4" providerId="LiveId" clId="{9C6D44AE-24B0-4FC0-BBB6-CE92678896EA}" dt="2026-01-19T17:17:24.737" v="78"/>
          <ac:graphicFrameMkLst>
            <pc:docMk/>
            <pc:sldMk cId="0" sldId="260"/>
            <ac:graphicFrameMk id="45" creationId="{41DEBA86-062A-3C1F-842B-DAC6159F2743}"/>
          </ac:graphicFrameMkLst>
        </pc:graphicFrameChg>
        <pc:graphicFrameChg chg="add mod">
          <ac:chgData name="Sriya Padhy" userId="b7a1c1b5dc41c3d4" providerId="LiveId" clId="{9C6D44AE-24B0-4FC0-BBB6-CE92678896EA}" dt="2026-01-19T17:45:34.851" v="203" actId="113"/>
          <ac:graphicFrameMkLst>
            <pc:docMk/>
            <pc:sldMk cId="0" sldId="260"/>
            <ac:graphicFrameMk id="46" creationId="{6F136B3A-3526-9038-DAC9-1C354B6C3E50}"/>
          </ac:graphicFrameMkLst>
        </pc:graphicFrameChg>
        <pc:picChg chg="add mod modCrop">
          <ac:chgData name="Sriya Padhy" userId="b7a1c1b5dc41c3d4" providerId="LiveId" clId="{9C6D44AE-24B0-4FC0-BBB6-CE92678896EA}" dt="2026-01-19T17:22:08.146" v="109" actId="1076"/>
          <ac:picMkLst>
            <pc:docMk/>
            <pc:sldMk cId="0" sldId="260"/>
            <ac:picMk id="49" creationId="{773D1DA3-ADE5-C1ED-33C6-2B90841FC7FA}"/>
          </ac:picMkLst>
        </pc:picChg>
      </pc:sldChg>
      <pc:sldChg chg="addSp delSp modSp mod setBg">
        <pc:chgData name="Sriya Padhy" userId="b7a1c1b5dc41c3d4" providerId="LiveId" clId="{9C6D44AE-24B0-4FC0-BBB6-CE92678896EA}" dt="2026-01-19T17:45:46.621" v="204" actId="2711"/>
        <pc:sldMkLst>
          <pc:docMk/>
          <pc:sldMk cId="0" sldId="261"/>
        </pc:sldMkLst>
        <pc:spChg chg="mod">
          <ac:chgData name="Sriya Padhy" userId="b7a1c1b5dc41c3d4" providerId="LiveId" clId="{9C6D44AE-24B0-4FC0-BBB6-CE92678896EA}" dt="2026-01-19T17:40:41.225" v="175" actId="1076"/>
          <ac:spMkLst>
            <pc:docMk/>
            <pc:sldMk cId="0" sldId="261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23:21.194" v="114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23:21.194" v="114" actId="26606"/>
          <ac:spMkLst>
            <pc:docMk/>
            <pc:sldMk cId="0" sldId="261"/>
            <ac:spMk id="9" creationId="{2E442304-DDBD-4F7B-8017-36BCC863FB40}"/>
          </ac:spMkLst>
        </pc:spChg>
        <pc:spChg chg="add">
          <ac:chgData name="Sriya Padhy" userId="b7a1c1b5dc41c3d4" providerId="LiveId" clId="{9C6D44AE-24B0-4FC0-BBB6-CE92678896EA}" dt="2026-01-19T17:23:21.194" v="114" actId="26606"/>
          <ac:spMkLst>
            <pc:docMk/>
            <pc:sldMk cId="0" sldId="261"/>
            <ac:spMk id="11" creationId="{5E107275-3853-46FD-A241-DE4355A42675}"/>
          </ac:spMkLst>
        </pc:spChg>
        <pc:graphicFrameChg chg="add mod">
          <ac:chgData name="Sriya Padhy" userId="b7a1c1b5dc41c3d4" providerId="LiveId" clId="{9C6D44AE-24B0-4FC0-BBB6-CE92678896EA}" dt="2026-01-19T17:45:46.621" v="204" actId="2711"/>
          <ac:graphicFrameMkLst>
            <pc:docMk/>
            <pc:sldMk cId="0" sldId="261"/>
            <ac:graphicFrameMk id="5" creationId="{7046CC95-A153-49D1-457F-E30DD0CDD51B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5:59.373" v="205" actId="2711"/>
        <pc:sldMkLst>
          <pc:docMk/>
          <pc:sldMk cId="0" sldId="262"/>
        </pc:sldMkLst>
        <pc:spChg chg="mod">
          <ac:chgData name="Sriya Padhy" userId="b7a1c1b5dc41c3d4" providerId="LiveId" clId="{9C6D44AE-24B0-4FC0-BBB6-CE92678896EA}" dt="2026-01-19T17:23:45.595" v="117" actId="26606"/>
          <ac:spMkLst>
            <pc:docMk/>
            <pc:sldMk cId="0" sldId="262"/>
            <ac:spMk id="2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23:45.595" v="117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23:45.508" v="116" actId="26606"/>
          <ac:spMkLst>
            <pc:docMk/>
            <pc:sldMk cId="0" sldId="262"/>
            <ac:spMk id="9" creationId="{7517A47C-B2E5-4B79-8061-D74B1311AF6E}"/>
          </ac:spMkLst>
        </pc:spChg>
        <pc:spChg chg="add del">
          <ac:chgData name="Sriya Padhy" userId="b7a1c1b5dc41c3d4" providerId="LiveId" clId="{9C6D44AE-24B0-4FC0-BBB6-CE92678896EA}" dt="2026-01-19T17:23:45.508" v="116" actId="26606"/>
          <ac:spMkLst>
            <pc:docMk/>
            <pc:sldMk cId="0" sldId="262"/>
            <ac:spMk id="11" creationId="{C505E780-2083-4CB5-A42A-5E0E2908ECC3}"/>
          </ac:spMkLst>
        </pc:spChg>
        <pc:spChg chg="add del">
          <ac:chgData name="Sriya Padhy" userId="b7a1c1b5dc41c3d4" providerId="LiveId" clId="{9C6D44AE-24B0-4FC0-BBB6-CE92678896EA}" dt="2026-01-19T17:23:45.508" v="116" actId="26606"/>
          <ac:spMkLst>
            <pc:docMk/>
            <pc:sldMk cId="0" sldId="262"/>
            <ac:spMk id="13" creationId="{D2C0AE1C-0118-41AE-8A10-7CDCBF10E96F}"/>
          </ac:spMkLst>
        </pc:spChg>
        <pc:spChg chg="add del">
          <ac:chgData name="Sriya Padhy" userId="b7a1c1b5dc41c3d4" providerId="LiveId" clId="{9C6D44AE-24B0-4FC0-BBB6-CE92678896EA}" dt="2026-01-19T17:23:45.508" v="116" actId="26606"/>
          <ac:spMkLst>
            <pc:docMk/>
            <pc:sldMk cId="0" sldId="262"/>
            <ac:spMk id="15" creationId="{463EEC44-1BA3-44ED-81FC-A644B04B2A44}"/>
          </ac:spMkLst>
        </pc:spChg>
        <pc:spChg chg="add">
          <ac:chgData name="Sriya Padhy" userId="b7a1c1b5dc41c3d4" providerId="LiveId" clId="{9C6D44AE-24B0-4FC0-BBB6-CE92678896EA}" dt="2026-01-19T17:23:45.595" v="117" actId="26606"/>
          <ac:spMkLst>
            <pc:docMk/>
            <pc:sldMk cId="0" sldId="262"/>
            <ac:spMk id="17" creationId="{44AD29B6-BF3B-4407-9E75-52DF8E3B29F1}"/>
          </ac:spMkLst>
        </pc:spChg>
        <pc:spChg chg="add">
          <ac:chgData name="Sriya Padhy" userId="b7a1c1b5dc41c3d4" providerId="LiveId" clId="{9C6D44AE-24B0-4FC0-BBB6-CE92678896EA}" dt="2026-01-19T17:23:45.595" v="117" actId="26606"/>
          <ac:spMkLst>
            <pc:docMk/>
            <pc:sldMk cId="0" sldId="262"/>
            <ac:spMk id="18" creationId="{55F8BA08-3E38-4B70-B93A-74F08E092206}"/>
          </ac:spMkLst>
        </pc:spChg>
        <pc:spChg chg="add">
          <ac:chgData name="Sriya Padhy" userId="b7a1c1b5dc41c3d4" providerId="LiveId" clId="{9C6D44AE-24B0-4FC0-BBB6-CE92678896EA}" dt="2026-01-19T17:23:45.595" v="117" actId="26606"/>
          <ac:spMkLst>
            <pc:docMk/>
            <pc:sldMk cId="0" sldId="262"/>
            <ac:spMk id="19" creationId="{357F1B33-79AB-4A71-8CEC-4546D709B8C8}"/>
          </ac:spMkLst>
        </pc:spChg>
        <pc:graphicFrameChg chg="add del">
          <ac:chgData name="Sriya Padhy" userId="b7a1c1b5dc41c3d4" providerId="LiveId" clId="{9C6D44AE-24B0-4FC0-BBB6-CE92678896EA}" dt="2026-01-19T17:23:45.508" v="116" actId="26606"/>
          <ac:graphicFrameMkLst>
            <pc:docMk/>
            <pc:sldMk cId="0" sldId="262"/>
            <ac:graphicFrameMk id="5" creationId="{12DB8E93-7F62-A423-2D59-D439F8B57A1E}"/>
          </ac:graphicFrameMkLst>
        </pc:graphicFrameChg>
        <pc:graphicFrameChg chg="add mod">
          <ac:chgData name="Sriya Padhy" userId="b7a1c1b5dc41c3d4" providerId="LiveId" clId="{9C6D44AE-24B0-4FC0-BBB6-CE92678896EA}" dt="2026-01-19T17:45:59.373" v="205" actId="2711"/>
          <ac:graphicFrameMkLst>
            <pc:docMk/>
            <pc:sldMk cId="0" sldId="262"/>
            <ac:graphicFrameMk id="20" creationId="{B9B3889C-9C4B-E872-2C05-B1179E7D2042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6:38.397" v="209" actId="113"/>
        <pc:sldMkLst>
          <pc:docMk/>
          <pc:sldMk cId="0" sldId="263"/>
        </pc:sldMkLst>
        <pc:spChg chg="mod">
          <ac:chgData name="Sriya Padhy" userId="b7a1c1b5dc41c3d4" providerId="LiveId" clId="{9C6D44AE-24B0-4FC0-BBB6-CE92678896EA}" dt="2026-01-19T17:26:25.448" v="126" actId="26606"/>
          <ac:spMkLst>
            <pc:docMk/>
            <pc:sldMk cId="0" sldId="263"/>
            <ac:spMk id="2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26:25.448" v="126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25:46.380" v="119" actId="26606"/>
          <ac:spMkLst>
            <pc:docMk/>
            <pc:sldMk cId="0" sldId="263"/>
            <ac:spMk id="9" creationId="{44AD29B6-BF3B-4407-9E75-52DF8E3B29F1}"/>
          </ac:spMkLst>
        </pc:spChg>
        <pc:spChg chg="add del">
          <ac:chgData name="Sriya Padhy" userId="b7a1c1b5dc41c3d4" providerId="LiveId" clId="{9C6D44AE-24B0-4FC0-BBB6-CE92678896EA}" dt="2026-01-19T17:25:46.380" v="119" actId="26606"/>
          <ac:spMkLst>
            <pc:docMk/>
            <pc:sldMk cId="0" sldId="263"/>
            <ac:spMk id="11" creationId="{55F8BA08-3E38-4B70-B93A-74F08E092206}"/>
          </ac:spMkLst>
        </pc:spChg>
        <pc:spChg chg="add del">
          <ac:chgData name="Sriya Padhy" userId="b7a1c1b5dc41c3d4" providerId="LiveId" clId="{9C6D44AE-24B0-4FC0-BBB6-CE92678896EA}" dt="2026-01-19T17:25:46.380" v="119" actId="26606"/>
          <ac:spMkLst>
            <pc:docMk/>
            <pc:sldMk cId="0" sldId="263"/>
            <ac:spMk id="13" creationId="{357F1B33-79AB-4A71-8CEC-4546D709B8C8}"/>
          </ac:spMkLst>
        </pc:spChg>
        <pc:spChg chg="add del">
          <ac:chgData name="Sriya Padhy" userId="b7a1c1b5dc41c3d4" providerId="LiveId" clId="{9C6D44AE-24B0-4FC0-BBB6-CE92678896EA}" dt="2026-01-19T17:26:25.448" v="126" actId="26606"/>
          <ac:spMkLst>
            <pc:docMk/>
            <pc:sldMk cId="0" sldId="263"/>
            <ac:spMk id="17" creationId="{AFF8D2E5-2C4E-47B1-930B-6C82B7C31331}"/>
          </ac:spMkLst>
        </pc:spChg>
        <pc:spChg chg="add del">
          <ac:chgData name="Sriya Padhy" userId="b7a1c1b5dc41c3d4" providerId="LiveId" clId="{9C6D44AE-24B0-4FC0-BBB6-CE92678896EA}" dt="2026-01-19T17:26:25.448" v="126" actId="26606"/>
          <ac:spMkLst>
            <pc:docMk/>
            <pc:sldMk cId="0" sldId="263"/>
            <ac:spMk id="18" creationId="{801E4ADA-0EA9-4930-846E-3C11E8BED6DD}"/>
          </ac:spMkLst>
        </pc:spChg>
        <pc:spChg chg="add del">
          <ac:chgData name="Sriya Padhy" userId="b7a1c1b5dc41c3d4" providerId="LiveId" clId="{9C6D44AE-24B0-4FC0-BBB6-CE92678896EA}" dt="2026-01-19T17:26:25.448" v="126" actId="26606"/>
          <ac:spMkLst>
            <pc:docMk/>
            <pc:sldMk cId="0" sldId="263"/>
            <ac:spMk id="19" creationId="{FB92FFCE-0C90-454E-AA25-D4EE9A6C39C5}"/>
          </ac:spMkLst>
        </pc:spChg>
        <pc:graphicFrameChg chg="add del">
          <ac:chgData name="Sriya Padhy" userId="b7a1c1b5dc41c3d4" providerId="LiveId" clId="{9C6D44AE-24B0-4FC0-BBB6-CE92678896EA}" dt="2026-01-19T17:25:46.380" v="119" actId="26606"/>
          <ac:graphicFrameMkLst>
            <pc:docMk/>
            <pc:sldMk cId="0" sldId="263"/>
            <ac:graphicFrameMk id="5" creationId="{F5EE6CEC-3D22-38BB-B7A4-208CDD5F181E}"/>
          </ac:graphicFrameMkLst>
        </pc:graphicFrameChg>
        <pc:graphicFrameChg chg="add del">
          <ac:chgData name="Sriya Padhy" userId="b7a1c1b5dc41c3d4" providerId="LiveId" clId="{9C6D44AE-24B0-4FC0-BBB6-CE92678896EA}" dt="2026-01-19T17:26:06.502" v="121" actId="26606"/>
          <ac:graphicFrameMkLst>
            <pc:docMk/>
            <pc:sldMk cId="0" sldId="263"/>
            <ac:graphicFrameMk id="15" creationId="{7C5C8AAA-344D-5C59-99F4-1476FA33B1FF}"/>
          </ac:graphicFrameMkLst>
        </pc:graphicFrameChg>
        <pc:graphicFrameChg chg="add del mod modGraphic">
          <ac:chgData name="Sriya Padhy" userId="b7a1c1b5dc41c3d4" providerId="LiveId" clId="{9C6D44AE-24B0-4FC0-BBB6-CE92678896EA}" dt="2026-01-19T17:46:38.397" v="209" actId="113"/>
          <ac:graphicFrameMkLst>
            <pc:docMk/>
            <pc:sldMk cId="0" sldId="263"/>
            <ac:graphicFrameMk id="20" creationId="{04A49D95-212C-72B3-0A79-7A897AF32C1B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6:47.364" v="210" actId="2711"/>
        <pc:sldMkLst>
          <pc:docMk/>
          <pc:sldMk cId="0" sldId="264"/>
        </pc:sldMkLst>
        <pc:spChg chg="mod">
          <ac:chgData name="Sriya Padhy" userId="b7a1c1b5dc41c3d4" providerId="LiveId" clId="{9C6D44AE-24B0-4FC0-BBB6-CE92678896EA}" dt="2026-01-19T17:27:29.672" v="131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27:29.672" v="131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27:29.672" v="131" actId="26606"/>
          <ac:spMkLst>
            <pc:docMk/>
            <pc:sldMk cId="0" sldId="264"/>
            <ac:spMk id="9" creationId="{7517A47C-B2E5-4B79-8061-D74B1311AF6E}"/>
          </ac:spMkLst>
        </pc:spChg>
        <pc:spChg chg="add">
          <ac:chgData name="Sriya Padhy" userId="b7a1c1b5dc41c3d4" providerId="LiveId" clId="{9C6D44AE-24B0-4FC0-BBB6-CE92678896EA}" dt="2026-01-19T17:27:29.672" v="131" actId="26606"/>
          <ac:spMkLst>
            <pc:docMk/>
            <pc:sldMk cId="0" sldId="264"/>
            <ac:spMk id="11" creationId="{C505E780-2083-4CB5-A42A-5E0E2908ECC3}"/>
          </ac:spMkLst>
        </pc:spChg>
        <pc:spChg chg="add">
          <ac:chgData name="Sriya Padhy" userId="b7a1c1b5dc41c3d4" providerId="LiveId" clId="{9C6D44AE-24B0-4FC0-BBB6-CE92678896EA}" dt="2026-01-19T17:27:29.672" v="131" actId="26606"/>
          <ac:spMkLst>
            <pc:docMk/>
            <pc:sldMk cId="0" sldId="264"/>
            <ac:spMk id="13" creationId="{D2C0AE1C-0118-41AE-8A10-7CDCBF10E96F}"/>
          </ac:spMkLst>
        </pc:spChg>
        <pc:spChg chg="add">
          <ac:chgData name="Sriya Padhy" userId="b7a1c1b5dc41c3d4" providerId="LiveId" clId="{9C6D44AE-24B0-4FC0-BBB6-CE92678896EA}" dt="2026-01-19T17:27:29.672" v="131" actId="26606"/>
          <ac:spMkLst>
            <pc:docMk/>
            <pc:sldMk cId="0" sldId="264"/>
            <ac:spMk id="15" creationId="{463EEC44-1BA3-44ED-81FC-A644B04B2A44}"/>
          </ac:spMkLst>
        </pc:spChg>
        <pc:graphicFrameChg chg="add mod">
          <ac:chgData name="Sriya Padhy" userId="b7a1c1b5dc41c3d4" providerId="LiveId" clId="{9C6D44AE-24B0-4FC0-BBB6-CE92678896EA}" dt="2026-01-19T17:46:47.364" v="210" actId="2711"/>
          <ac:graphicFrameMkLst>
            <pc:docMk/>
            <pc:sldMk cId="0" sldId="264"/>
            <ac:graphicFrameMk id="5" creationId="{E76A7D8C-5EFB-9F2A-CEA8-FEB40AD9085B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7:16.626" v="215" actId="20577"/>
        <pc:sldMkLst>
          <pc:docMk/>
          <pc:sldMk cId="0" sldId="265"/>
        </pc:sldMkLst>
        <pc:spChg chg="mod">
          <ac:chgData name="Sriya Padhy" userId="b7a1c1b5dc41c3d4" providerId="LiveId" clId="{9C6D44AE-24B0-4FC0-BBB6-CE92678896EA}" dt="2026-01-19T17:40:53.463" v="177" actId="14100"/>
          <ac:spMkLst>
            <pc:docMk/>
            <pc:sldMk cId="0" sldId="265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28:03.882" v="132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28:03.882" v="132" actId="26606"/>
          <ac:spMkLst>
            <pc:docMk/>
            <pc:sldMk cId="0" sldId="265"/>
            <ac:spMk id="9" creationId="{DCC231C8-C761-4B31-9B1C-C6D19248C6B3}"/>
          </ac:spMkLst>
        </pc:spChg>
        <pc:graphicFrameChg chg="add mod modGraphic">
          <ac:chgData name="Sriya Padhy" userId="b7a1c1b5dc41c3d4" providerId="LiveId" clId="{9C6D44AE-24B0-4FC0-BBB6-CE92678896EA}" dt="2026-01-19T17:47:16.626" v="215" actId="20577"/>
          <ac:graphicFrameMkLst>
            <pc:docMk/>
            <pc:sldMk cId="0" sldId="265"/>
            <ac:graphicFrameMk id="5" creationId="{C1607F91-1518-D998-35BE-C9DD2B33A716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7:43.594" v="220" actId="20577"/>
        <pc:sldMkLst>
          <pc:docMk/>
          <pc:sldMk cId="0" sldId="266"/>
        </pc:sldMkLst>
        <pc:spChg chg="del mod">
          <ac:chgData name="Sriya Padhy" userId="b7a1c1b5dc41c3d4" providerId="LiveId" clId="{9C6D44AE-24B0-4FC0-BBB6-CE92678896EA}" dt="2026-01-19T17:28:24.543" v="134" actId="21"/>
          <ac:spMkLst>
            <pc:docMk/>
            <pc:sldMk cId="0" sldId="266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28:17.259" v="133" actId="26606"/>
          <ac:spMkLst>
            <pc:docMk/>
            <pc:sldMk cId="0" sldId="266"/>
            <ac:spMk id="3" creationId="{00000000-0000-0000-0000-000000000000}"/>
          </ac:spMkLst>
        </pc:spChg>
        <pc:spChg chg="add del mod">
          <ac:chgData name="Sriya Padhy" userId="b7a1c1b5dc41c3d4" providerId="LiveId" clId="{9C6D44AE-24B0-4FC0-BBB6-CE92678896EA}" dt="2026-01-19T17:28:32.319" v="135" actId="478"/>
          <ac:spMkLst>
            <pc:docMk/>
            <pc:sldMk cId="0" sldId="266"/>
            <ac:spMk id="6" creationId="{9468A329-1A9C-24CA-F3EE-8353D7E04CA7}"/>
          </ac:spMkLst>
        </pc:spChg>
        <pc:spChg chg="add mod">
          <ac:chgData name="Sriya Padhy" userId="b7a1c1b5dc41c3d4" providerId="LiveId" clId="{9C6D44AE-24B0-4FC0-BBB6-CE92678896EA}" dt="2026-01-19T17:28:45.214" v="139" actId="1076"/>
          <ac:spMkLst>
            <pc:docMk/>
            <pc:sldMk cId="0" sldId="266"/>
            <ac:spMk id="7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28:17.259" v="133" actId="26606"/>
          <ac:spMkLst>
            <pc:docMk/>
            <pc:sldMk cId="0" sldId="266"/>
            <ac:spMk id="9" creationId="{81E1224E-6618-482E-BE87-321A7FC1CDE8}"/>
          </ac:spMkLst>
        </pc:spChg>
        <pc:spChg chg="add">
          <ac:chgData name="Sriya Padhy" userId="b7a1c1b5dc41c3d4" providerId="LiveId" clId="{9C6D44AE-24B0-4FC0-BBB6-CE92678896EA}" dt="2026-01-19T17:28:17.259" v="133" actId="26606"/>
          <ac:spMkLst>
            <pc:docMk/>
            <pc:sldMk cId="0" sldId="266"/>
            <ac:spMk id="11" creationId="{066346BE-FDB4-4772-A696-0719490ABD64}"/>
          </ac:spMkLst>
        </pc:spChg>
        <pc:spChg chg="add">
          <ac:chgData name="Sriya Padhy" userId="b7a1c1b5dc41c3d4" providerId="LiveId" clId="{9C6D44AE-24B0-4FC0-BBB6-CE92678896EA}" dt="2026-01-19T17:28:17.259" v="133" actId="26606"/>
          <ac:spMkLst>
            <pc:docMk/>
            <pc:sldMk cId="0" sldId="266"/>
            <ac:spMk id="13" creationId="{FB92FFCE-0C90-454E-AA25-D4EE9A6C39C5}"/>
          </ac:spMkLst>
        </pc:spChg>
        <pc:graphicFrameChg chg="add mod modGraphic">
          <ac:chgData name="Sriya Padhy" userId="b7a1c1b5dc41c3d4" providerId="LiveId" clId="{9C6D44AE-24B0-4FC0-BBB6-CE92678896EA}" dt="2026-01-19T17:47:43.594" v="220" actId="20577"/>
          <ac:graphicFrameMkLst>
            <pc:docMk/>
            <pc:sldMk cId="0" sldId="266"/>
            <ac:graphicFrameMk id="5" creationId="{4D5378E0-AD50-7744-64F5-A0D6AB8ECBFD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7:58.049" v="221" actId="2711"/>
        <pc:sldMkLst>
          <pc:docMk/>
          <pc:sldMk cId="0" sldId="267"/>
        </pc:sldMkLst>
        <pc:spChg chg="mod">
          <ac:chgData name="Sriya Padhy" userId="b7a1c1b5dc41c3d4" providerId="LiveId" clId="{9C6D44AE-24B0-4FC0-BBB6-CE92678896EA}" dt="2026-01-19T17:29:50.548" v="140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29:50.548" v="140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Sriya Padhy" userId="b7a1c1b5dc41c3d4" providerId="LiveId" clId="{9C6D44AE-24B0-4FC0-BBB6-CE92678896EA}" dt="2026-01-19T17:29:50.548" v="140" actId="26606"/>
          <ac:spMkLst>
            <pc:docMk/>
            <pc:sldMk cId="0" sldId="267"/>
            <ac:spMk id="9" creationId="{98DED6BC-9A3E-48D4-AD7C-A56D63F547E8}"/>
          </ac:spMkLst>
        </pc:spChg>
        <pc:spChg chg="add">
          <ac:chgData name="Sriya Padhy" userId="b7a1c1b5dc41c3d4" providerId="LiveId" clId="{9C6D44AE-24B0-4FC0-BBB6-CE92678896EA}" dt="2026-01-19T17:29:50.548" v="140" actId="26606"/>
          <ac:spMkLst>
            <pc:docMk/>
            <pc:sldMk cId="0" sldId="267"/>
            <ac:spMk id="11" creationId="{6B6E033A-DB2E-49B8-B600-B38E0C280263}"/>
          </ac:spMkLst>
        </pc:spChg>
        <pc:graphicFrameChg chg="add mod">
          <ac:chgData name="Sriya Padhy" userId="b7a1c1b5dc41c3d4" providerId="LiveId" clId="{9C6D44AE-24B0-4FC0-BBB6-CE92678896EA}" dt="2026-01-19T17:47:58.049" v="221" actId="2711"/>
          <ac:graphicFrameMkLst>
            <pc:docMk/>
            <pc:sldMk cId="0" sldId="267"/>
            <ac:graphicFrameMk id="5" creationId="{10B21553-59AB-0463-B1E3-E2A3A9E216C0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4:57.318" v="199" actId="2711"/>
        <pc:sldMkLst>
          <pc:docMk/>
          <pc:sldMk cId="0" sldId="268"/>
        </pc:sldMkLst>
        <pc:spChg chg="mod">
          <ac:chgData name="Sriya Padhy" userId="b7a1c1b5dc41c3d4" providerId="LiveId" clId="{9C6D44AE-24B0-4FC0-BBB6-CE92678896EA}" dt="2026-01-19T17:41:20.687" v="179" actId="6549"/>
          <ac:spMkLst>
            <pc:docMk/>
            <pc:sldMk cId="0" sldId="268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29:59.635" v="141" actId="26606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Sriya Padhy" userId="b7a1c1b5dc41c3d4" providerId="LiveId" clId="{9C6D44AE-24B0-4FC0-BBB6-CE92678896EA}" dt="2026-01-19T17:30:16.495" v="143" actId="26606"/>
          <ac:spMkLst>
            <pc:docMk/>
            <pc:sldMk cId="0" sldId="268"/>
            <ac:spMk id="9" creationId="{44AD29B6-BF3B-4407-9E75-52DF8E3B29F1}"/>
          </ac:spMkLst>
        </pc:spChg>
        <pc:spChg chg="add del">
          <ac:chgData name="Sriya Padhy" userId="b7a1c1b5dc41c3d4" providerId="LiveId" clId="{9C6D44AE-24B0-4FC0-BBB6-CE92678896EA}" dt="2026-01-19T17:30:16.495" v="143" actId="26606"/>
          <ac:spMkLst>
            <pc:docMk/>
            <pc:sldMk cId="0" sldId="268"/>
            <ac:spMk id="11" creationId="{55F8BA08-3E38-4B70-B93A-74F08E092206}"/>
          </ac:spMkLst>
        </pc:spChg>
        <pc:spChg chg="add del">
          <ac:chgData name="Sriya Padhy" userId="b7a1c1b5dc41c3d4" providerId="LiveId" clId="{9C6D44AE-24B0-4FC0-BBB6-CE92678896EA}" dt="2026-01-19T17:30:16.495" v="143" actId="26606"/>
          <ac:spMkLst>
            <pc:docMk/>
            <pc:sldMk cId="0" sldId="268"/>
            <ac:spMk id="13" creationId="{357F1B33-79AB-4A71-8CEC-4546D709B8C8}"/>
          </ac:spMkLst>
        </pc:spChg>
        <pc:spChg chg="add">
          <ac:chgData name="Sriya Padhy" userId="b7a1c1b5dc41c3d4" providerId="LiveId" clId="{9C6D44AE-24B0-4FC0-BBB6-CE92678896EA}" dt="2026-01-19T17:30:16.495" v="143" actId="26606"/>
          <ac:spMkLst>
            <pc:docMk/>
            <pc:sldMk cId="0" sldId="268"/>
            <ac:spMk id="18" creationId="{DCC231C8-C761-4B31-9B1C-C6D19248C6B3}"/>
          </ac:spMkLst>
        </pc:spChg>
        <pc:graphicFrameChg chg="add mod modGraphic">
          <ac:chgData name="Sriya Padhy" userId="b7a1c1b5dc41c3d4" providerId="LiveId" clId="{9C6D44AE-24B0-4FC0-BBB6-CE92678896EA}" dt="2026-01-19T17:44:57.318" v="199" actId="2711"/>
          <ac:graphicFrameMkLst>
            <pc:docMk/>
            <pc:sldMk cId="0" sldId="268"/>
            <ac:graphicFrameMk id="5" creationId="{F6AA54AB-D182-7603-8776-86FB2298F310}"/>
          </ac:graphicFrameMkLst>
        </pc:graphicFrameChg>
      </pc:sldChg>
      <pc:sldChg chg="addSp delSp modSp mod">
        <pc:chgData name="Sriya Padhy" userId="b7a1c1b5dc41c3d4" providerId="LiveId" clId="{9C6D44AE-24B0-4FC0-BBB6-CE92678896EA}" dt="2026-01-19T17:44:47.043" v="198" actId="2711"/>
        <pc:sldMkLst>
          <pc:docMk/>
          <pc:sldMk cId="0" sldId="269"/>
        </pc:sldMkLst>
        <pc:spChg chg="del">
          <ac:chgData name="Sriya Padhy" userId="b7a1c1b5dc41c3d4" providerId="LiveId" clId="{9C6D44AE-24B0-4FC0-BBB6-CE92678896EA}" dt="2026-01-19T17:31:01.231" v="148" actId="26606"/>
          <ac:spMkLst>
            <pc:docMk/>
            <pc:sldMk cId="0" sldId="269"/>
            <ac:spMk id="3" creationId="{00000000-0000-0000-0000-000000000000}"/>
          </ac:spMkLst>
        </pc:spChg>
        <pc:graphicFrameChg chg="add mod modGraphic">
          <ac:chgData name="Sriya Padhy" userId="b7a1c1b5dc41c3d4" providerId="LiveId" clId="{9C6D44AE-24B0-4FC0-BBB6-CE92678896EA}" dt="2026-01-19T17:44:47.043" v="198" actId="2711"/>
          <ac:graphicFrameMkLst>
            <pc:docMk/>
            <pc:sldMk cId="0" sldId="269"/>
            <ac:graphicFrameMk id="5" creationId="{BD4A6889-7E1B-8C66-66EC-D1CA001D6F98}"/>
          </ac:graphicFrameMkLst>
        </pc:graphicFrameChg>
      </pc:sldChg>
      <pc:sldChg chg="addSp delSp modSp mod setBg">
        <pc:chgData name="Sriya Padhy" userId="b7a1c1b5dc41c3d4" providerId="LiveId" clId="{9C6D44AE-24B0-4FC0-BBB6-CE92678896EA}" dt="2026-01-19T17:44:38.197" v="197" actId="1076"/>
        <pc:sldMkLst>
          <pc:docMk/>
          <pc:sldMk cId="0" sldId="270"/>
        </pc:sldMkLst>
        <pc:spChg chg="mod ord">
          <ac:chgData name="Sriya Padhy" userId="b7a1c1b5dc41c3d4" providerId="LiveId" clId="{9C6D44AE-24B0-4FC0-BBB6-CE92678896EA}" dt="2026-01-19T17:44:38.197" v="197" actId="1076"/>
          <ac:spMkLst>
            <pc:docMk/>
            <pc:sldMk cId="0" sldId="270"/>
            <ac:spMk id="2" creationId="{00000000-0000-0000-0000-000000000000}"/>
          </ac:spMkLst>
        </pc:spChg>
        <pc:spChg chg="add del mod">
          <ac:chgData name="Sriya Padhy" userId="b7a1c1b5dc41c3d4" providerId="LiveId" clId="{9C6D44AE-24B0-4FC0-BBB6-CE92678896EA}" dt="2026-01-19T17:44:31.239" v="195" actId="14100"/>
          <ac:spMkLst>
            <pc:docMk/>
            <pc:sldMk cId="0" sldId="270"/>
            <ac:spMk id="3" creationId="{00000000-0000-0000-0000-000000000000}"/>
          </ac:spMkLst>
        </pc:spChg>
        <pc:spChg chg="add del mod">
          <ac:chgData name="Sriya Padhy" userId="b7a1c1b5dc41c3d4" providerId="LiveId" clId="{9C6D44AE-24B0-4FC0-BBB6-CE92678896EA}" dt="2026-01-19T17:35:11.863" v="165" actId="14826"/>
          <ac:spMkLst>
            <pc:docMk/>
            <pc:sldMk cId="0" sldId="270"/>
            <ac:spMk id="4" creationId="{4E159710-3502-0CCD-AD48-37F23392E652}"/>
          </ac:spMkLst>
        </pc:spChg>
        <pc:spChg chg="add del">
          <ac:chgData name="Sriya Padhy" userId="b7a1c1b5dc41c3d4" providerId="LiveId" clId="{9C6D44AE-24B0-4FC0-BBB6-CE92678896EA}" dt="2026-01-19T17:35:17.013" v="166" actId="26606"/>
          <ac:spMkLst>
            <pc:docMk/>
            <pc:sldMk cId="0" sldId="270"/>
            <ac:spMk id="10" creationId="{D93394DA-E684-47C2-9020-13225823F40A}"/>
          </ac:spMkLst>
        </pc:spChg>
        <pc:spChg chg="add">
          <ac:chgData name="Sriya Padhy" userId="b7a1c1b5dc41c3d4" providerId="LiveId" clId="{9C6D44AE-24B0-4FC0-BBB6-CE92678896EA}" dt="2026-01-19T17:36:14.187" v="169" actId="26606"/>
          <ac:spMkLst>
            <pc:docMk/>
            <pc:sldMk cId="0" sldId="270"/>
            <ac:spMk id="14" creationId="{04812C46-200A-4DEB-A05E-3ED6C68C2387}"/>
          </ac:spMkLst>
        </pc:spChg>
        <pc:spChg chg="add">
          <ac:chgData name="Sriya Padhy" userId="b7a1c1b5dc41c3d4" providerId="LiveId" clId="{9C6D44AE-24B0-4FC0-BBB6-CE92678896EA}" dt="2026-01-19T17:36:14.187" v="169" actId="26606"/>
          <ac:spMkLst>
            <pc:docMk/>
            <pc:sldMk cId="0" sldId="270"/>
            <ac:spMk id="16" creationId="{D1EA859B-E555-4109-94F3-6700E046E008}"/>
          </ac:spMkLst>
        </pc:spChg>
        <pc:graphicFrameChg chg="add del">
          <ac:chgData name="Sriya Padhy" userId="b7a1c1b5dc41c3d4" providerId="LiveId" clId="{9C6D44AE-24B0-4FC0-BBB6-CE92678896EA}" dt="2026-01-19T17:35:17.013" v="166" actId="26606"/>
          <ac:graphicFrameMkLst>
            <pc:docMk/>
            <pc:sldMk cId="0" sldId="270"/>
            <ac:graphicFrameMk id="5" creationId="{D1280769-EC2A-9FF3-909B-2253D6D4848D}"/>
          </ac:graphicFrameMkLst>
        </pc:graphicFrameChg>
        <pc:picChg chg="add del mod">
          <ac:chgData name="Sriya Padhy" userId="b7a1c1b5dc41c3d4" providerId="LiveId" clId="{9C6D44AE-24B0-4FC0-BBB6-CE92678896EA}" dt="2026-01-19T17:35:17.013" v="166" actId="26606"/>
          <ac:picMkLst>
            <pc:docMk/>
            <pc:sldMk cId="0" sldId="270"/>
            <ac:picMk id="6" creationId="{F76CF579-516B-627B-F927-C36F70648681}"/>
          </ac:picMkLst>
        </pc:picChg>
        <pc:picChg chg="add mod">
          <ac:chgData name="Sriya Padhy" userId="b7a1c1b5dc41c3d4" providerId="LiveId" clId="{9C6D44AE-24B0-4FC0-BBB6-CE92678896EA}" dt="2026-01-19T17:44:35.215" v="196" actId="1076"/>
          <ac:picMkLst>
            <pc:docMk/>
            <pc:sldMk cId="0" sldId="270"/>
            <ac:picMk id="7" creationId="{F89B36C8-DC0A-4380-02EB-6222D962DAE9}"/>
          </ac:picMkLst>
        </pc:picChg>
        <pc:cxnChg chg="add del">
          <ac:chgData name="Sriya Padhy" userId="b7a1c1b5dc41c3d4" providerId="LiveId" clId="{9C6D44AE-24B0-4FC0-BBB6-CE92678896EA}" dt="2026-01-19T17:36:14.187" v="169" actId="26606"/>
          <ac:cxnSpMkLst>
            <pc:docMk/>
            <pc:sldMk cId="0" sldId="270"/>
            <ac:cxnSpMk id="9" creationId="{1503BFE4-729B-D9D0-C17B-501E6AF1127A}"/>
          </ac:cxnSpMkLst>
        </pc:cxnChg>
      </pc:sldChg>
      <pc:sldChg chg="addSp delSp modSp mod setBg">
        <pc:chgData name="Sriya Padhy" userId="b7a1c1b5dc41c3d4" providerId="LiveId" clId="{9C6D44AE-24B0-4FC0-BBB6-CE92678896EA}" dt="2026-01-19T17:44:24.145" v="194" actId="2711"/>
        <pc:sldMkLst>
          <pc:docMk/>
          <pc:sldMk cId="0" sldId="271"/>
        </pc:sldMkLst>
        <pc:spChg chg="mod">
          <ac:chgData name="Sriya Padhy" userId="b7a1c1b5dc41c3d4" providerId="LiveId" clId="{9C6D44AE-24B0-4FC0-BBB6-CE92678896EA}" dt="2026-01-19T17:37:54.102" v="170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Sriya Padhy" userId="b7a1c1b5dc41c3d4" providerId="LiveId" clId="{9C6D44AE-24B0-4FC0-BBB6-CE92678896EA}" dt="2026-01-19T17:37:54.102" v="170" actId="26606"/>
          <ac:spMkLst>
            <pc:docMk/>
            <pc:sldMk cId="0" sldId="271"/>
            <ac:spMk id="3" creationId="{00000000-0000-0000-0000-000000000000}"/>
          </ac:spMkLst>
        </pc:spChg>
        <pc:graphicFrameChg chg="add mod">
          <ac:chgData name="Sriya Padhy" userId="b7a1c1b5dc41c3d4" providerId="LiveId" clId="{9C6D44AE-24B0-4FC0-BBB6-CE92678896EA}" dt="2026-01-19T17:44:24.145" v="194" actId="2711"/>
          <ac:graphicFrameMkLst>
            <pc:docMk/>
            <pc:sldMk cId="0" sldId="271"/>
            <ac:graphicFrameMk id="5" creationId="{57FFA1AC-10EE-499D-4CAB-DC6DE011ADB7}"/>
          </ac:graphicFrameMkLst>
        </pc:graphicFrameChg>
        <pc:picChg chg="add mod">
          <ac:chgData name="Sriya Padhy" userId="b7a1c1b5dc41c3d4" providerId="LiveId" clId="{9C6D44AE-24B0-4FC0-BBB6-CE92678896EA}" dt="2026-01-19T17:38:10.831" v="171" actId="14826"/>
          <ac:picMkLst>
            <pc:docMk/>
            <pc:sldMk cId="0" sldId="271"/>
            <ac:picMk id="6" creationId="{085C66EC-4527-BAA5-D6D4-F68E07C6D2F2}"/>
          </ac:picMkLst>
        </pc:picChg>
      </pc:sldChg>
      <pc:sldChg chg="modSp add mod">
        <pc:chgData name="Sriya Padhy" userId="b7a1c1b5dc41c3d4" providerId="LiveId" clId="{9C6D44AE-24B0-4FC0-BBB6-CE92678896EA}" dt="2026-01-19T17:50:36.704" v="246" actId="20577"/>
        <pc:sldMkLst>
          <pc:docMk/>
          <pc:sldMk cId="3886024717" sldId="459"/>
        </pc:sldMkLst>
        <pc:spChg chg="mod">
          <ac:chgData name="Sriya Padhy" userId="b7a1c1b5dc41c3d4" providerId="LiveId" clId="{9C6D44AE-24B0-4FC0-BBB6-CE92678896EA}" dt="2026-01-19T17:50:36.704" v="246" actId="20577"/>
          <ac:spMkLst>
            <pc:docMk/>
            <pc:sldMk cId="3886024717" sldId="459"/>
            <ac:spMk id="5" creationId="{757CCFD7-2A4D-C9B9-3772-93C314EB46C5}"/>
          </ac:spMkLst>
        </pc:spChg>
      </pc:sldChg>
      <pc:sldMasterChg chg="modSldLayout">
        <pc:chgData name="Sriya Padhy" userId="b7a1c1b5dc41c3d4" providerId="LiveId" clId="{9C6D44AE-24B0-4FC0-BBB6-CE92678896EA}" dt="2026-01-19T17:43:34.793" v="187" actId="2711"/>
        <pc:sldMasterMkLst>
          <pc:docMk/>
          <pc:sldMasterMk cId="2209977519" sldId="2147483648"/>
        </pc:sldMasterMkLst>
        <pc:sldLayoutChg chg="modSp mod">
          <pc:chgData name="Sriya Padhy" userId="b7a1c1b5dc41c3d4" providerId="LiveId" clId="{9C6D44AE-24B0-4FC0-BBB6-CE92678896EA}" dt="2026-01-19T17:42:12.522" v="182" actId="12"/>
          <pc:sldLayoutMkLst>
            <pc:docMk/>
            <pc:sldMasterMk cId="2209977519" sldId="2147483648"/>
            <pc:sldLayoutMk cId="2614314258" sldId="2147483650"/>
          </pc:sldLayoutMkLst>
          <pc:spChg chg="mod">
            <ac:chgData name="Sriya Padhy" userId="b7a1c1b5dc41c3d4" providerId="LiveId" clId="{9C6D44AE-24B0-4FC0-BBB6-CE92678896EA}" dt="2026-01-19T17:40:09.554" v="173" actId="2711"/>
            <ac:spMkLst>
              <pc:docMk/>
              <pc:sldMasterMk cId="2209977519" sldId="2147483648"/>
              <pc:sldLayoutMk cId="2614314258" sldId="2147483650"/>
              <ac:spMk id="2" creationId="{00000000-0000-0000-0000-000000000000}"/>
            </ac:spMkLst>
          </pc:spChg>
          <pc:spChg chg="mod">
            <ac:chgData name="Sriya Padhy" userId="b7a1c1b5dc41c3d4" providerId="LiveId" clId="{9C6D44AE-24B0-4FC0-BBB6-CE92678896EA}" dt="2026-01-19T17:42:12.522" v="182" actId="12"/>
            <ac:spMkLst>
              <pc:docMk/>
              <pc:sldMasterMk cId="2209977519" sldId="2147483648"/>
              <pc:sldLayoutMk cId="2614314258" sldId="2147483650"/>
              <ac:spMk id="3" creationId="{00000000-0000-0000-0000-000000000000}"/>
            </ac:spMkLst>
          </pc:spChg>
        </pc:sldLayoutChg>
        <pc:sldLayoutChg chg="modSp mod">
          <pc:chgData name="Sriya Padhy" userId="b7a1c1b5dc41c3d4" providerId="LiveId" clId="{9C6D44AE-24B0-4FC0-BBB6-CE92678896EA}" dt="2026-01-19T17:43:34.793" v="187" actId="2711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Sriya Padhy" userId="b7a1c1b5dc41c3d4" providerId="LiveId" clId="{9C6D44AE-24B0-4FC0-BBB6-CE92678896EA}" dt="2026-01-19T17:43:34.793" v="187" actId="2711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</pc:sldLayoutChg>
        <pc:sldLayoutChg chg="modSp mod">
          <pc:chgData name="Sriya Padhy" userId="b7a1c1b5dc41c3d4" providerId="LiveId" clId="{9C6D44AE-24B0-4FC0-BBB6-CE92678896EA}" dt="2026-01-19T17:43:25.804" v="186" actId="2711"/>
          <pc:sldLayoutMkLst>
            <pc:docMk/>
            <pc:sldMasterMk cId="2209977519" sldId="2147483648"/>
            <pc:sldLayoutMk cId="2910927964" sldId="2147483658"/>
          </pc:sldLayoutMkLst>
          <pc:spChg chg="mod">
            <ac:chgData name="Sriya Padhy" userId="b7a1c1b5dc41c3d4" providerId="LiveId" clId="{9C6D44AE-24B0-4FC0-BBB6-CE92678896EA}" dt="2026-01-19T17:43:25.804" v="186" actId="2711"/>
            <ac:spMkLst>
              <pc:docMk/>
              <pc:sldMasterMk cId="2209977519" sldId="2147483648"/>
              <pc:sldLayoutMk cId="2910927964" sldId="2147483658"/>
              <ac:spMk id="3" creationId="{00000000-0000-0000-0000-000000000000}"/>
            </ac:spMkLst>
          </pc:spChg>
        </pc:sldLayoutChg>
        <pc:sldLayoutChg chg="modSp mod">
          <pc:chgData name="Sriya Padhy" userId="b7a1c1b5dc41c3d4" providerId="LiveId" clId="{9C6D44AE-24B0-4FC0-BBB6-CE92678896EA}" dt="2026-01-19T17:43:11.124" v="185" actId="2711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Sriya Padhy" userId="b7a1c1b5dc41c3d4" providerId="LiveId" clId="{9C6D44AE-24B0-4FC0-BBB6-CE92678896EA}" dt="2026-01-19T17:43:11.124" v="185" actId="2711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07272-641C-43DC-A8BA-5945DA273C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FD20C5-BAF0-4481-95CC-93406BB879B2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User uploads animal image</a:t>
          </a:r>
        </a:p>
      </dgm:t>
    </dgm:pt>
    <dgm:pt modelId="{2F9A6D2D-AD4A-433E-A094-C881F7E7B8B3}" type="parTrans" cxnId="{BF985F08-55D2-47D0-8E45-D9A2BC97AA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98651F-3202-4A70-A7AF-1FF70C970E46}" type="sibTrans" cxnId="{BF985F08-55D2-47D0-8E45-D9A2BC97AA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558C3E-A4E8-46C0-A638-C3A64A9047F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Animal detection and landmark identification</a:t>
          </a:r>
        </a:p>
      </dgm:t>
    </dgm:pt>
    <dgm:pt modelId="{7CDE0255-3304-45A5-BCBB-6366935A09CD}" type="parTrans" cxnId="{A1551CB4-37D3-4D0D-83E7-F76E8A6430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B23161-F24D-4914-9BA4-78D19CF56009}" type="sibTrans" cxnId="{A1551CB4-37D3-4D0D-83E7-F76E8A6430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E485D0-FD65-40BE-AE97-143327585CC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Physical measurements computed</a:t>
          </a:r>
        </a:p>
      </dgm:t>
    </dgm:pt>
    <dgm:pt modelId="{809E9C3B-9D72-4726-8252-5448BCA17B24}" type="parTrans" cxnId="{79FA190C-5CA7-4D0C-8D45-93D3570E950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B6C7D9-97BA-45D9-9CF4-1F37A5A9A419}" type="sibTrans" cxnId="{79FA190C-5CA7-4D0C-8D45-93D3570E950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C70930-E03E-4427-A5A3-AEE0CC55D3B2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Scores standardized and stored</a:t>
          </a:r>
        </a:p>
      </dgm:t>
    </dgm:pt>
    <dgm:pt modelId="{60EF0411-8BED-4CB9-A6E0-4BD0A5FBB6B0}" type="parTrans" cxnId="{6B7D1BA7-4137-41C9-A30B-9DD0539A23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ACCF6F-DF0B-493B-83F1-6F4BD5BC515E}" type="sibTrans" cxnId="{6B7D1BA7-4137-41C9-A30B-9DD0539A23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D4A83A-BB04-4643-97F5-6E4C8739814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Structured output</a:t>
          </a:r>
        </a:p>
      </dgm:t>
    </dgm:pt>
    <dgm:pt modelId="{766CBEEF-3A10-4091-A4E1-4B8D6B0734C0}" type="parTrans" cxnId="{81242988-D828-4E40-92A8-ABDDD8E814D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B395F6-E7E0-4D31-9A44-BA3838F36281}" type="sibTrans" cxnId="{81242988-D828-4E40-92A8-ABDDD8E814D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10A8FE-7963-4757-BAA6-730ECA196F43}" type="pres">
      <dgm:prSet presAssocID="{D3B07272-641C-43DC-A8BA-5945DA273CED}" presName="root" presStyleCnt="0">
        <dgm:presLayoutVars>
          <dgm:dir/>
          <dgm:resizeHandles val="exact"/>
        </dgm:presLayoutVars>
      </dgm:prSet>
      <dgm:spPr/>
    </dgm:pt>
    <dgm:pt modelId="{4DFF17F8-6BFF-41B8-A82D-A61F0C050E46}" type="pres">
      <dgm:prSet presAssocID="{D5FD20C5-BAF0-4481-95CC-93406BB879B2}" presName="compNode" presStyleCnt="0"/>
      <dgm:spPr/>
    </dgm:pt>
    <dgm:pt modelId="{37CD7A01-0C62-470E-85EA-C05D0607DD62}" type="pres">
      <dgm:prSet presAssocID="{D5FD20C5-BAF0-4481-95CC-93406BB879B2}" presName="bgRect" presStyleLbl="bgShp" presStyleIdx="0" presStyleCnt="5"/>
      <dgm:spPr/>
    </dgm:pt>
    <dgm:pt modelId="{B70D0408-3751-4F57-A3E3-8A560B8DAE36}" type="pres">
      <dgm:prSet presAssocID="{D5FD20C5-BAF0-4481-95CC-93406BB879B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BCF13F1C-0FC2-444A-8676-EB766255E772}" type="pres">
      <dgm:prSet presAssocID="{D5FD20C5-BAF0-4481-95CC-93406BB879B2}" presName="spaceRect" presStyleCnt="0"/>
      <dgm:spPr/>
    </dgm:pt>
    <dgm:pt modelId="{0D4CCCB3-E1E2-4906-85FF-17F9895C28F9}" type="pres">
      <dgm:prSet presAssocID="{D5FD20C5-BAF0-4481-95CC-93406BB879B2}" presName="parTx" presStyleLbl="revTx" presStyleIdx="0" presStyleCnt="5">
        <dgm:presLayoutVars>
          <dgm:chMax val="0"/>
          <dgm:chPref val="0"/>
        </dgm:presLayoutVars>
      </dgm:prSet>
      <dgm:spPr/>
    </dgm:pt>
    <dgm:pt modelId="{9A64182A-C7C0-4DB4-AA9F-95640307EC50}" type="pres">
      <dgm:prSet presAssocID="{ED98651F-3202-4A70-A7AF-1FF70C970E46}" presName="sibTrans" presStyleCnt="0"/>
      <dgm:spPr/>
    </dgm:pt>
    <dgm:pt modelId="{01C9AF36-EEDA-4C58-B56C-F34929AA2A50}" type="pres">
      <dgm:prSet presAssocID="{07558C3E-A4E8-46C0-A638-C3A64A9047FC}" presName="compNode" presStyleCnt="0"/>
      <dgm:spPr/>
    </dgm:pt>
    <dgm:pt modelId="{378D669D-8707-445E-8286-D8630DEDF051}" type="pres">
      <dgm:prSet presAssocID="{07558C3E-A4E8-46C0-A638-C3A64A9047FC}" presName="bgRect" presStyleLbl="bgShp" presStyleIdx="1" presStyleCnt="5"/>
      <dgm:spPr/>
    </dgm:pt>
    <dgm:pt modelId="{55530AD1-8F11-4950-828F-599106A2A274}" type="pres">
      <dgm:prSet presAssocID="{07558C3E-A4E8-46C0-A638-C3A64A9047F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190001E8-87C4-4E59-810D-38B1F59C6011}" type="pres">
      <dgm:prSet presAssocID="{07558C3E-A4E8-46C0-A638-C3A64A9047FC}" presName="spaceRect" presStyleCnt="0"/>
      <dgm:spPr/>
    </dgm:pt>
    <dgm:pt modelId="{3955F3FD-A30E-4AF6-BD9A-E9B83161E650}" type="pres">
      <dgm:prSet presAssocID="{07558C3E-A4E8-46C0-A638-C3A64A9047FC}" presName="parTx" presStyleLbl="revTx" presStyleIdx="1" presStyleCnt="5">
        <dgm:presLayoutVars>
          <dgm:chMax val="0"/>
          <dgm:chPref val="0"/>
        </dgm:presLayoutVars>
      </dgm:prSet>
      <dgm:spPr/>
    </dgm:pt>
    <dgm:pt modelId="{270325F2-2DAA-479F-A42A-779B9B57C500}" type="pres">
      <dgm:prSet presAssocID="{72B23161-F24D-4914-9BA4-78D19CF56009}" presName="sibTrans" presStyleCnt="0"/>
      <dgm:spPr/>
    </dgm:pt>
    <dgm:pt modelId="{65CDC7B6-E138-40FD-9F9C-97621C08011F}" type="pres">
      <dgm:prSet presAssocID="{B5E485D0-FD65-40BE-AE97-143327585CC9}" presName="compNode" presStyleCnt="0"/>
      <dgm:spPr/>
    </dgm:pt>
    <dgm:pt modelId="{E7EA3F30-99E6-4C67-9BAE-3D2F0E56972F}" type="pres">
      <dgm:prSet presAssocID="{B5E485D0-FD65-40BE-AE97-143327585CC9}" presName="bgRect" presStyleLbl="bgShp" presStyleIdx="2" presStyleCnt="5"/>
      <dgm:spPr/>
    </dgm:pt>
    <dgm:pt modelId="{676DC56C-D07F-4530-A501-FE6F1033F75C}" type="pres">
      <dgm:prSet presAssocID="{B5E485D0-FD65-40BE-AE97-143327585CC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B0D85E98-E854-44D1-A731-DD34750726B8}" type="pres">
      <dgm:prSet presAssocID="{B5E485D0-FD65-40BE-AE97-143327585CC9}" presName="spaceRect" presStyleCnt="0"/>
      <dgm:spPr/>
    </dgm:pt>
    <dgm:pt modelId="{DC30BE0E-F3A0-46D9-88A1-7E99FDBFC3C5}" type="pres">
      <dgm:prSet presAssocID="{B5E485D0-FD65-40BE-AE97-143327585CC9}" presName="parTx" presStyleLbl="revTx" presStyleIdx="2" presStyleCnt="5">
        <dgm:presLayoutVars>
          <dgm:chMax val="0"/>
          <dgm:chPref val="0"/>
        </dgm:presLayoutVars>
      </dgm:prSet>
      <dgm:spPr/>
    </dgm:pt>
    <dgm:pt modelId="{A945E0D7-8ECE-4348-BA7E-C2BAB1155B9F}" type="pres">
      <dgm:prSet presAssocID="{DBB6C7D9-97BA-45D9-9CF4-1F37A5A9A419}" presName="sibTrans" presStyleCnt="0"/>
      <dgm:spPr/>
    </dgm:pt>
    <dgm:pt modelId="{B0D88190-11B6-41FB-AD60-26D78F9401EF}" type="pres">
      <dgm:prSet presAssocID="{6DC70930-E03E-4427-A5A3-AEE0CC55D3B2}" presName="compNode" presStyleCnt="0"/>
      <dgm:spPr/>
    </dgm:pt>
    <dgm:pt modelId="{FC126344-5363-4DAF-A4C4-B599D9310677}" type="pres">
      <dgm:prSet presAssocID="{6DC70930-E03E-4427-A5A3-AEE0CC55D3B2}" presName="bgRect" presStyleLbl="bgShp" presStyleIdx="3" presStyleCnt="5"/>
      <dgm:spPr/>
    </dgm:pt>
    <dgm:pt modelId="{8635F585-6AD2-4070-94C1-55A1816E1127}" type="pres">
      <dgm:prSet presAssocID="{6DC70930-E03E-4427-A5A3-AEE0CC55D3B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2F47FAA-E957-46A9-9E06-EB0BC13416C3}" type="pres">
      <dgm:prSet presAssocID="{6DC70930-E03E-4427-A5A3-AEE0CC55D3B2}" presName="spaceRect" presStyleCnt="0"/>
      <dgm:spPr/>
    </dgm:pt>
    <dgm:pt modelId="{0B02A55E-00FF-4E6A-8B84-C7FACCD72F8A}" type="pres">
      <dgm:prSet presAssocID="{6DC70930-E03E-4427-A5A3-AEE0CC55D3B2}" presName="parTx" presStyleLbl="revTx" presStyleIdx="3" presStyleCnt="5">
        <dgm:presLayoutVars>
          <dgm:chMax val="0"/>
          <dgm:chPref val="0"/>
        </dgm:presLayoutVars>
      </dgm:prSet>
      <dgm:spPr/>
    </dgm:pt>
    <dgm:pt modelId="{2C747FC4-E028-44F0-B359-E89F4C417973}" type="pres">
      <dgm:prSet presAssocID="{6EACCF6F-DF0B-493B-83F1-6F4BD5BC515E}" presName="sibTrans" presStyleCnt="0"/>
      <dgm:spPr/>
    </dgm:pt>
    <dgm:pt modelId="{51531806-3657-4268-9550-021CF6EBE365}" type="pres">
      <dgm:prSet presAssocID="{8DD4A83A-BB04-4643-97F5-6E4C87398149}" presName="compNode" presStyleCnt="0"/>
      <dgm:spPr/>
    </dgm:pt>
    <dgm:pt modelId="{82DEAFF1-EFE4-4750-A4ED-FE4214F517CF}" type="pres">
      <dgm:prSet presAssocID="{8DD4A83A-BB04-4643-97F5-6E4C87398149}" presName="bgRect" presStyleLbl="bgShp" presStyleIdx="4" presStyleCnt="5"/>
      <dgm:spPr/>
    </dgm:pt>
    <dgm:pt modelId="{E9428877-6242-405D-AD27-8ADBEBF6E90B}" type="pres">
      <dgm:prSet presAssocID="{8DD4A83A-BB04-4643-97F5-6E4C8739814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F60E5D9-D2C0-4B71-9A74-C205BD4777BD}" type="pres">
      <dgm:prSet presAssocID="{8DD4A83A-BB04-4643-97F5-6E4C87398149}" presName="spaceRect" presStyleCnt="0"/>
      <dgm:spPr/>
    </dgm:pt>
    <dgm:pt modelId="{2A5D343B-AF4F-446B-B750-2532F84CEA63}" type="pres">
      <dgm:prSet presAssocID="{8DD4A83A-BB04-4643-97F5-6E4C8739814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F985F08-55D2-47D0-8E45-D9A2BC97AAC9}" srcId="{D3B07272-641C-43DC-A8BA-5945DA273CED}" destId="{D5FD20C5-BAF0-4481-95CC-93406BB879B2}" srcOrd="0" destOrd="0" parTransId="{2F9A6D2D-AD4A-433E-A094-C881F7E7B8B3}" sibTransId="{ED98651F-3202-4A70-A7AF-1FF70C970E46}"/>
    <dgm:cxn modelId="{79FA190C-5CA7-4D0C-8D45-93D3570E9506}" srcId="{D3B07272-641C-43DC-A8BA-5945DA273CED}" destId="{B5E485D0-FD65-40BE-AE97-143327585CC9}" srcOrd="2" destOrd="0" parTransId="{809E9C3B-9D72-4726-8252-5448BCA17B24}" sibTransId="{DBB6C7D9-97BA-45D9-9CF4-1F37A5A9A419}"/>
    <dgm:cxn modelId="{81242988-D828-4E40-92A8-ABDDD8E814D3}" srcId="{D3B07272-641C-43DC-A8BA-5945DA273CED}" destId="{8DD4A83A-BB04-4643-97F5-6E4C87398149}" srcOrd="4" destOrd="0" parTransId="{766CBEEF-3A10-4091-A4E1-4B8D6B0734C0}" sibTransId="{56B395F6-E7E0-4D31-9A44-BA3838F36281}"/>
    <dgm:cxn modelId="{7FECD58A-1F9B-44D8-BC70-E1B95783FEE3}" type="presOf" srcId="{D5FD20C5-BAF0-4481-95CC-93406BB879B2}" destId="{0D4CCCB3-E1E2-4906-85FF-17F9895C28F9}" srcOrd="0" destOrd="0" presId="urn:microsoft.com/office/officeart/2018/2/layout/IconVerticalSolidList"/>
    <dgm:cxn modelId="{AA40B29C-586C-493C-9465-388303E7C0F9}" type="presOf" srcId="{07558C3E-A4E8-46C0-A638-C3A64A9047FC}" destId="{3955F3FD-A30E-4AF6-BD9A-E9B83161E650}" srcOrd="0" destOrd="0" presId="urn:microsoft.com/office/officeart/2018/2/layout/IconVerticalSolidList"/>
    <dgm:cxn modelId="{6B7D1BA7-4137-41C9-A30B-9DD0539A231C}" srcId="{D3B07272-641C-43DC-A8BA-5945DA273CED}" destId="{6DC70930-E03E-4427-A5A3-AEE0CC55D3B2}" srcOrd="3" destOrd="0" parTransId="{60EF0411-8BED-4CB9-A6E0-4BD0A5FBB6B0}" sibTransId="{6EACCF6F-DF0B-493B-83F1-6F4BD5BC515E}"/>
    <dgm:cxn modelId="{B041C0A7-4C0E-48BE-9485-040877FFAB7F}" type="presOf" srcId="{6DC70930-E03E-4427-A5A3-AEE0CC55D3B2}" destId="{0B02A55E-00FF-4E6A-8B84-C7FACCD72F8A}" srcOrd="0" destOrd="0" presId="urn:microsoft.com/office/officeart/2018/2/layout/IconVerticalSolidList"/>
    <dgm:cxn modelId="{A1551CB4-37D3-4D0D-83E7-F76E8A643088}" srcId="{D3B07272-641C-43DC-A8BA-5945DA273CED}" destId="{07558C3E-A4E8-46C0-A638-C3A64A9047FC}" srcOrd="1" destOrd="0" parTransId="{7CDE0255-3304-45A5-BCBB-6366935A09CD}" sibTransId="{72B23161-F24D-4914-9BA4-78D19CF56009}"/>
    <dgm:cxn modelId="{D6DE41D1-E9CE-45EC-B27E-E0C4006CDC64}" type="presOf" srcId="{D3B07272-641C-43DC-A8BA-5945DA273CED}" destId="{1110A8FE-7963-4757-BAA6-730ECA196F43}" srcOrd="0" destOrd="0" presId="urn:microsoft.com/office/officeart/2018/2/layout/IconVerticalSolidList"/>
    <dgm:cxn modelId="{F2A680DA-A6E2-4774-865D-584C9A4F1F4C}" type="presOf" srcId="{B5E485D0-FD65-40BE-AE97-143327585CC9}" destId="{DC30BE0E-F3A0-46D9-88A1-7E99FDBFC3C5}" srcOrd="0" destOrd="0" presId="urn:microsoft.com/office/officeart/2018/2/layout/IconVerticalSolidList"/>
    <dgm:cxn modelId="{350AEADD-1F33-43D4-AADF-1E285818AF24}" type="presOf" srcId="{8DD4A83A-BB04-4643-97F5-6E4C87398149}" destId="{2A5D343B-AF4F-446B-B750-2532F84CEA63}" srcOrd="0" destOrd="0" presId="urn:microsoft.com/office/officeart/2018/2/layout/IconVerticalSolidList"/>
    <dgm:cxn modelId="{F39A330D-FBB4-47B8-A874-D5CD419DBAFB}" type="presParOf" srcId="{1110A8FE-7963-4757-BAA6-730ECA196F43}" destId="{4DFF17F8-6BFF-41B8-A82D-A61F0C050E46}" srcOrd="0" destOrd="0" presId="urn:microsoft.com/office/officeart/2018/2/layout/IconVerticalSolidList"/>
    <dgm:cxn modelId="{8CEF9C2C-56BD-436A-8992-04BE17CBFA78}" type="presParOf" srcId="{4DFF17F8-6BFF-41B8-A82D-A61F0C050E46}" destId="{37CD7A01-0C62-470E-85EA-C05D0607DD62}" srcOrd="0" destOrd="0" presId="urn:microsoft.com/office/officeart/2018/2/layout/IconVerticalSolidList"/>
    <dgm:cxn modelId="{E849A22A-3284-44D5-A0B2-0755C2865542}" type="presParOf" srcId="{4DFF17F8-6BFF-41B8-A82D-A61F0C050E46}" destId="{B70D0408-3751-4F57-A3E3-8A560B8DAE36}" srcOrd="1" destOrd="0" presId="urn:microsoft.com/office/officeart/2018/2/layout/IconVerticalSolidList"/>
    <dgm:cxn modelId="{3AC1FAFE-1C35-46C5-BFBB-A200D5644CB9}" type="presParOf" srcId="{4DFF17F8-6BFF-41B8-A82D-A61F0C050E46}" destId="{BCF13F1C-0FC2-444A-8676-EB766255E772}" srcOrd="2" destOrd="0" presId="urn:microsoft.com/office/officeart/2018/2/layout/IconVerticalSolidList"/>
    <dgm:cxn modelId="{80275220-31F0-4039-8B01-742189B235DE}" type="presParOf" srcId="{4DFF17F8-6BFF-41B8-A82D-A61F0C050E46}" destId="{0D4CCCB3-E1E2-4906-85FF-17F9895C28F9}" srcOrd="3" destOrd="0" presId="urn:microsoft.com/office/officeart/2018/2/layout/IconVerticalSolidList"/>
    <dgm:cxn modelId="{6A6AA6AE-E25C-46DA-BC20-6D9B64088F5D}" type="presParOf" srcId="{1110A8FE-7963-4757-BAA6-730ECA196F43}" destId="{9A64182A-C7C0-4DB4-AA9F-95640307EC50}" srcOrd="1" destOrd="0" presId="urn:microsoft.com/office/officeart/2018/2/layout/IconVerticalSolidList"/>
    <dgm:cxn modelId="{58AE1E0F-2F43-4322-8DD6-B1AC4F39B7D8}" type="presParOf" srcId="{1110A8FE-7963-4757-BAA6-730ECA196F43}" destId="{01C9AF36-EEDA-4C58-B56C-F34929AA2A50}" srcOrd="2" destOrd="0" presId="urn:microsoft.com/office/officeart/2018/2/layout/IconVerticalSolidList"/>
    <dgm:cxn modelId="{05952D5D-D6AA-40CB-A3B1-79B86A2A91C1}" type="presParOf" srcId="{01C9AF36-EEDA-4C58-B56C-F34929AA2A50}" destId="{378D669D-8707-445E-8286-D8630DEDF051}" srcOrd="0" destOrd="0" presId="urn:microsoft.com/office/officeart/2018/2/layout/IconVerticalSolidList"/>
    <dgm:cxn modelId="{CE5D3811-3673-4949-A6D7-6935A6724673}" type="presParOf" srcId="{01C9AF36-EEDA-4C58-B56C-F34929AA2A50}" destId="{55530AD1-8F11-4950-828F-599106A2A274}" srcOrd="1" destOrd="0" presId="urn:microsoft.com/office/officeart/2018/2/layout/IconVerticalSolidList"/>
    <dgm:cxn modelId="{C32AF85A-68F9-462F-A19F-22F0A8B7D1EE}" type="presParOf" srcId="{01C9AF36-EEDA-4C58-B56C-F34929AA2A50}" destId="{190001E8-87C4-4E59-810D-38B1F59C6011}" srcOrd="2" destOrd="0" presId="urn:microsoft.com/office/officeart/2018/2/layout/IconVerticalSolidList"/>
    <dgm:cxn modelId="{CB4A0AC7-B47B-41D0-B55F-6CBFA1F61FD4}" type="presParOf" srcId="{01C9AF36-EEDA-4C58-B56C-F34929AA2A50}" destId="{3955F3FD-A30E-4AF6-BD9A-E9B83161E650}" srcOrd="3" destOrd="0" presId="urn:microsoft.com/office/officeart/2018/2/layout/IconVerticalSolidList"/>
    <dgm:cxn modelId="{3E499FE2-CBB2-4CD2-9D1B-C746B2DF402F}" type="presParOf" srcId="{1110A8FE-7963-4757-BAA6-730ECA196F43}" destId="{270325F2-2DAA-479F-A42A-779B9B57C500}" srcOrd="3" destOrd="0" presId="urn:microsoft.com/office/officeart/2018/2/layout/IconVerticalSolidList"/>
    <dgm:cxn modelId="{C51ACE88-CC6F-419A-B822-04AB5A6307DD}" type="presParOf" srcId="{1110A8FE-7963-4757-BAA6-730ECA196F43}" destId="{65CDC7B6-E138-40FD-9F9C-97621C08011F}" srcOrd="4" destOrd="0" presId="urn:microsoft.com/office/officeart/2018/2/layout/IconVerticalSolidList"/>
    <dgm:cxn modelId="{4DC3F343-C8F3-49B9-83F0-BF3189B80F90}" type="presParOf" srcId="{65CDC7B6-E138-40FD-9F9C-97621C08011F}" destId="{E7EA3F30-99E6-4C67-9BAE-3D2F0E56972F}" srcOrd="0" destOrd="0" presId="urn:microsoft.com/office/officeart/2018/2/layout/IconVerticalSolidList"/>
    <dgm:cxn modelId="{8F1DCDEB-2DF5-4165-82DD-DA73D157E17C}" type="presParOf" srcId="{65CDC7B6-E138-40FD-9F9C-97621C08011F}" destId="{676DC56C-D07F-4530-A501-FE6F1033F75C}" srcOrd="1" destOrd="0" presId="urn:microsoft.com/office/officeart/2018/2/layout/IconVerticalSolidList"/>
    <dgm:cxn modelId="{DF385930-D33D-4A7D-8269-23F2003E4C89}" type="presParOf" srcId="{65CDC7B6-E138-40FD-9F9C-97621C08011F}" destId="{B0D85E98-E854-44D1-A731-DD34750726B8}" srcOrd="2" destOrd="0" presId="urn:microsoft.com/office/officeart/2018/2/layout/IconVerticalSolidList"/>
    <dgm:cxn modelId="{993137F7-0C87-49C8-8E90-DC3F2FCA10A0}" type="presParOf" srcId="{65CDC7B6-E138-40FD-9F9C-97621C08011F}" destId="{DC30BE0E-F3A0-46D9-88A1-7E99FDBFC3C5}" srcOrd="3" destOrd="0" presId="urn:microsoft.com/office/officeart/2018/2/layout/IconVerticalSolidList"/>
    <dgm:cxn modelId="{96F77EDE-79D5-4F40-8444-F3CA175AF79A}" type="presParOf" srcId="{1110A8FE-7963-4757-BAA6-730ECA196F43}" destId="{A945E0D7-8ECE-4348-BA7E-C2BAB1155B9F}" srcOrd="5" destOrd="0" presId="urn:microsoft.com/office/officeart/2018/2/layout/IconVerticalSolidList"/>
    <dgm:cxn modelId="{8EF9913F-36F1-4C4E-A3D7-5D7FB396EFA8}" type="presParOf" srcId="{1110A8FE-7963-4757-BAA6-730ECA196F43}" destId="{B0D88190-11B6-41FB-AD60-26D78F9401EF}" srcOrd="6" destOrd="0" presId="urn:microsoft.com/office/officeart/2018/2/layout/IconVerticalSolidList"/>
    <dgm:cxn modelId="{33D598F4-1A47-4AB6-8372-A61ADFFCDEAC}" type="presParOf" srcId="{B0D88190-11B6-41FB-AD60-26D78F9401EF}" destId="{FC126344-5363-4DAF-A4C4-B599D9310677}" srcOrd="0" destOrd="0" presId="urn:microsoft.com/office/officeart/2018/2/layout/IconVerticalSolidList"/>
    <dgm:cxn modelId="{5C24363C-BE02-47F7-BC6D-A5678258B15B}" type="presParOf" srcId="{B0D88190-11B6-41FB-AD60-26D78F9401EF}" destId="{8635F585-6AD2-4070-94C1-55A1816E1127}" srcOrd="1" destOrd="0" presId="urn:microsoft.com/office/officeart/2018/2/layout/IconVerticalSolidList"/>
    <dgm:cxn modelId="{485124AA-6B32-4E26-883F-F265EE6812E6}" type="presParOf" srcId="{B0D88190-11B6-41FB-AD60-26D78F9401EF}" destId="{12F47FAA-E957-46A9-9E06-EB0BC13416C3}" srcOrd="2" destOrd="0" presId="urn:microsoft.com/office/officeart/2018/2/layout/IconVerticalSolidList"/>
    <dgm:cxn modelId="{CFE41169-A512-4A7E-AC7E-A2293AE33A6C}" type="presParOf" srcId="{B0D88190-11B6-41FB-AD60-26D78F9401EF}" destId="{0B02A55E-00FF-4E6A-8B84-C7FACCD72F8A}" srcOrd="3" destOrd="0" presId="urn:microsoft.com/office/officeart/2018/2/layout/IconVerticalSolidList"/>
    <dgm:cxn modelId="{FB0C34D2-A3D4-42B4-9685-C5D0C3BA0945}" type="presParOf" srcId="{1110A8FE-7963-4757-BAA6-730ECA196F43}" destId="{2C747FC4-E028-44F0-B359-E89F4C417973}" srcOrd="7" destOrd="0" presId="urn:microsoft.com/office/officeart/2018/2/layout/IconVerticalSolidList"/>
    <dgm:cxn modelId="{751DE66E-72ED-4940-AB16-9E88296069E9}" type="presParOf" srcId="{1110A8FE-7963-4757-BAA6-730ECA196F43}" destId="{51531806-3657-4268-9550-021CF6EBE365}" srcOrd="8" destOrd="0" presId="urn:microsoft.com/office/officeart/2018/2/layout/IconVerticalSolidList"/>
    <dgm:cxn modelId="{837CCB6A-7EAE-49E2-9339-5EB65D4E0C2C}" type="presParOf" srcId="{51531806-3657-4268-9550-021CF6EBE365}" destId="{82DEAFF1-EFE4-4750-A4ED-FE4214F517CF}" srcOrd="0" destOrd="0" presId="urn:microsoft.com/office/officeart/2018/2/layout/IconVerticalSolidList"/>
    <dgm:cxn modelId="{D7EA9409-368B-4B3E-A3FD-E8DCE313AD7A}" type="presParOf" srcId="{51531806-3657-4268-9550-021CF6EBE365}" destId="{E9428877-6242-405D-AD27-8ADBEBF6E90B}" srcOrd="1" destOrd="0" presId="urn:microsoft.com/office/officeart/2018/2/layout/IconVerticalSolidList"/>
    <dgm:cxn modelId="{489E6CE6-68A0-4E41-B7A7-9BFC212E61AB}" type="presParOf" srcId="{51531806-3657-4268-9550-021CF6EBE365}" destId="{0F60E5D9-D2C0-4B71-9A74-C205BD4777BD}" srcOrd="2" destOrd="0" presId="urn:microsoft.com/office/officeart/2018/2/layout/IconVerticalSolidList"/>
    <dgm:cxn modelId="{09389D65-AA00-44AD-94EC-91F601A18D7A}" type="presParOf" srcId="{51531806-3657-4268-9550-021CF6EBE365}" destId="{2A5D343B-AF4F-446B-B750-2532F84CEA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37884D-3771-4C78-9B00-D691435948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E6F54E-712B-486A-9772-848F55FDB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Image input</a:t>
          </a:r>
        </a:p>
      </dgm:t>
    </dgm:pt>
    <dgm:pt modelId="{C1C9CF72-9DAD-4423-9BB5-43BBA170009B}" type="parTrans" cxnId="{B86CB6BC-C7EB-4490-84A5-461C12BABD6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D294D8-749A-4A33-A99E-7986C3DB287A}" type="sibTrans" cxnId="{B86CB6BC-C7EB-4490-84A5-461C12BABD6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84A3DE-8636-4196-9009-6F81DACA8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Animal detection</a:t>
          </a:r>
        </a:p>
      </dgm:t>
    </dgm:pt>
    <dgm:pt modelId="{34776FBF-DA36-4EC9-9B97-F5B2D94406F4}" type="parTrans" cxnId="{611E179B-5EF2-4851-BB69-F63345C2B77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43F737-0523-49FC-86FC-B75733153B32}" type="sibTrans" cxnId="{611E179B-5EF2-4851-BB69-F63345C2B77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445572-6C67-45FB-859E-BBA8C5A2F9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Landmark /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keypoint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detection</a:t>
          </a:r>
        </a:p>
      </dgm:t>
    </dgm:pt>
    <dgm:pt modelId="{2E4C256C-1B95-4829-B67A-4335FA2113CA}" type="parTrans" cxnId="{B202CBB8-AED6-4627-82C0-13E357273BE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386C18-B59A-4C6B-89F9-CF99402BE164}" type="sibTrans" cxnId="{B202CBB8-AED6-4627-82C0-13E357273BE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CA12C4-0894-4A3B-B670-3F983B62D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Measurement calculation</a:t>
          </a:r>
        </a:p>
      </dgm:t>
    </dgm:pt>
    <dgm:pt modelId="{C03CB1F4-120F-4A75-AF20-E36A18CE7E16}" type="parTrans" cxnId="{B7CA9D44-5179-4492-BA00-6B4720E5E26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901C2E-CCB9-4E82-A07D-630DBDC5E79B}" type="sibTrans" cxnId="{B7CA9D44-5179-4492-BA00-6B4720E5E26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C1C3E1-5A44-4844-9B15-6EDE7C5BC1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Score normalization and storage</a:t>
          </a:r>
        </a:p>
      </dgm:t>
    </dgm:pt>
    <dgm:pt modelId="{24975747-EE40-496F-85A9-7108A31D6459}" type="parTrans" cxnId="{93032D3F-0030-4BF5-A1BD-071BF763076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149698-DDD7-4CF8-99E3-D857FD35AEAC}" type="sibTrans" cxnId="{93032D3F-0030-4BF5-A1BD-071BF763076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71C00A-05D7-43AE-887B-B778C2C2567D}" type="pres">
      <dgm:prSet presAssocID="{1C37884D-3771-4C78-9B00-D69143594851}" presName="root" presStyleCnt="0">
        <dgm:presLayoutVars>
          <dgm:dir/>
          <dgm:resizeHandles val="exact"/>
        </dgm:presLayoutVars>
      </dgm:prSet>
      <dgm:spPr/>
    </dgm:pt>
    <dgm:pt modelId="{4ADD6854-8F33-4AB0-8645-4C9E341F46FE}" type="pres">
      <dgm:prSet presAssocID="{5DE6F54E-712B-486A-9772-848F55FDBF93}" presName="compNode" presStyleCnt="0"/>
      <dgm:spPr/>
    </dgm:pt>
    <dgm:pt modelId="{BE75FFE0-FBE7-419A-BECA-404835CECD30}" type="pres">
      <dgm:prSet presAssocID="{5DE6F54E-712B-486A-9772-848F55FDBF93}" presName="bgRect" presStyleLbl="bgShp" presStyleIdx="0" presStyleCnt="5"/>
      <dgm:spPr/>
    </dgm:pt>
    <dgm:pt modelId="{B0316FE0-A7DD-4531-977F-59A3FA0AC887}" type="pres">
      <dgm:prSet presAssocID="{5DE6F54E-712B-486A-9772-848F55FDBF9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AFCC9B85-1EE7-4C42-880F-0E0FD5419386}" type="pres">
      <dgm:prSet presAssocID="{5DE6F54E-712B-486A-9772-848F55FDBF93}" presName="spaceRect" presStyleCnt="0"/>
      <dgm:spPr/>
    </dgm:pt>
    <dgm:pt modelId="{E7E359D4-B202-484B-A7FD-8CE0241C1306}" type="pres">
      <dgm:prSet presAssocID="{5DE6F54E-712B-486A-9772-848F55FDBF93}" presName="parTx" presStyleLbl="revTx" presStyleIdx="0" presStyleCnt="5">
        <dgm:presLayoutVars>
          <dgm:chMax val="0"/>
          <dgm:chPref val="0"/>
        </dgm:presLayoutVars>
      </dgm:prSet>
      <dgm:spPr/>
    </dgm:pt>
    <dgm:pt modelId="{5E75061D-0E56-4B1A-A7DA-2E002980A926}" type="pres">
      <dgm:prSet presAssocID="{73D294D8-749A-4A33-A99E-7986C3DB287A}" presName="sibTrans" presStyleCnt="0"/>
      <dgm:spPr/>
    </dgm:pt>
    <dgm:pt modelId="{1BDA8E85-4BA3-4979-9402-0B07AE4FE610}" type="pres">
      <dgm:prSet presAssocID="{6684A3DE-8636-4196-9009-6F81DACA8867}" presName="compNode" presStyleCnt="0"/>
      <dgm:spPr/>
    </dgm:pt>
    <dgm:pt modelId="{BB2BD06B-3B39-4AF1-B855-4F36C6BAEF28}" type="pres">
      <dgm:prSet presAssocID="{6684A3DE-8636-4196-9009-6F81DACA8867}" presName="bgRect" presStyleLbl="bgShp" presStyleIdx="1" presStyleCnt="5"/>
      <dgm:spPr/>
    </dgm:pt>
    <dgm:pt modelId="{39F26E8E-A338-424E-B715-7ADF1CD7730F}" type="pres">
      <dgm:prSet presAssocID="{6684A3DE-8636-4196-9009-6F81DACA886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737D193A-9377-4202-B9CD-63BB743F0556}" type="pres">
      <dgm:prSet presAssocID="{6684A3DE-8636-4196-9009-6F81DACA8867}" presName="spaceRect" presStyleCnt="0"/>
      <dgm:spPr/>
    </dgm:pt>
    <dgm:pt modelId="{B0CE17DF-1A98-4054-AC08-3F32671A7B72}" type="pres">
      <dgm:prSet presAssocID="{6684A3DE-8636-4196-9009-6F81DACA8867}" presName="parTx" presStyleLbl="revTx" presStyleIdx="1" presStyleCnt="5">
        <dgm:presLayoutVars>
          <dgm:chMax val="0"/>
          <dgm:chPref val="0"/>
        </dgm:presLayoutVars>
      </dgm:prSet>
      <dgm:spPr/>
    </dgm:pt>
    <dgm:pt modelId="{2E9DEBAB-4E21-49F5-ABB1-798DC2F3E0AE}" type="pres">
      <dgm:prSet presAssocID="{1043F737-0523-49FC-86FC-B75733153B32}" presName="sibTrans" presStyleCnt="0"/>
      <dgm:spPr/>
    </dgm:pt>
    <dgm:pt modelId="{8D6BBCEB-900D-4490-881E-2607DD5B36C0}" type="pres">
      <dgm:prSet presAssocID="{AF445572-6C67-45FB-859E-BBA8C5A2F93A}" presName="compNode" presStyleCnt="0"/>
      <dgm:spPr/>
    </dgm:pt>
    <dgm:pt modelId="{C81F5F3C-BE0E-412B-B0E7-1FA786B32E4C}" type="pres">
      <dgm:prSet presAssocID="{AF445572-6C67-45FB-859E-BBA8C5A2F93A}" presName="bgRect" presStyleLbl="bgShp" presStyleIdx="2" presStyleCnt="5"/>
      <dgm:spPr/>
    </dgm:pt>
    <dgm:pt modelId="{CC828CCA-8257-4E1A-A46A-7B12F585F2FF}" type="pres">
      <dgm:prSet presAssocID="{AF445572-6C67-45FB-859E-BBA8C5A2F93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08568367-002E-4454-91C4-CC76411F6C05}" type="pres">
      <dgm:prSet presAssocID="{AF445572-6C67-45FB-859E-BBA8C5A2F93A}" presName="spaceRect" presStyleCnt="0"/>
      <dgm:spPr/>
    </dgm:pt>
    <dgm:pt modelId="{CF127B52-1F2F-4103-B35E-E44FE9EF1A63}" type="pres">
      <dgm:prSet presAssocID="{AF445572-6C67-45FB-859E-BBA8C5A2F93A}" presName="parTx" presStyleLbl="revTx" presStyleIdx="2" presStyleCnt="5">
        <dgm:presLayoutVars>
          <dgm:chMax val="0"/>
          <dgm:chPref val="0"/>
        </dgm:presLayoutVars>
      </dgm:prSet>
      <dgm:spPr/>
    </dgm:pt>
    <dgm:pt modelId="{1042C11D-4C92-4FD3-9008-5D0D40E830BB}" type="pres">
      <dgm:prSet presAssocID="{A5386C18-B59A-4C6B-89F9-CF99402BE164}" presName="sibTrans" presStyleCnt="0"/>
      <dgm:spPr/>
    </dgm:pt>
    <dgm:pt modelId="{29FF07E1-7D81-47F6-A2C6-03AE5121F1E1}" type="pres">
      <dgm:prSet presAssocID="{16CA12C4-0894-4A3B-B670-3F983B62DDAE}" presName="compNode" presStyleCnt="0"/>
      <dgm:spPr/>
    </dgm:pt>
    <dgm:pt modelId="{431EB792-5AFF-46A3-8020-6771D273EBF3}" type="pres">
      <dgm:prSet presAssocID="{16CA12C4-0894-4A3B-B670-3F983B62DDAE}" presName="bgRect" presStyleLbl="bgShp" presStyleIdx="3" presStyleCnt="5"/>
      <dgm:spPr/>
    </dgm:pt>
    <dgm:pt modelId="{C654EF74-E0CE-4F33-8B0E-0F7AE5547665}" type="pres">
      <dgm:prSet presAssocID="{16CA12C4-0894-4A3B-B670-3F983B62DDA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02E280CB-8682-4A90-BD3C-5E93B78B86CF}" type="pres">
      <dgm:prSet presAssocID="{16CA12C4-0894-4A3B-B670-3F983B62DDAE}" presName="spaceRect" presStyleCnt="0"/>
      <dgm:spPr/>
    </dgm:pt>
    <dgm:pt modelId="{516C2EB2-79A4-4C46-B3DC-664F7BDC427F}" type="pres">
      <dgm:prSet presAssocID="{16CA12C4-0894-4A3B-B670-3F983B62DDAE}" presName="parTx" presStyleLbl="revTx" presStyleIdx="3" presStyleCnt="5">
        <dgm:presLayoutVars>
          <dgm:chMax val="0"/>
          <dgm:chPref val="0"/>
        </dgm:presLayoutVars>
      </dgm:prSet>
      <dgm:spPr/>
    </dgm:pt>
    <dgm:pt modelId="{9C8C5D23-20C1-49AC-9DC8-4C002AF78035}" type="pres">
      <dgm:prSet presAssocID="{D5901C2E-CCB9-4E82-A07D-630DBDC5E79B}" presName="sibTrans" presStyleCnt="0"/>
      <dgm:spPr/>
    </dgm:pt>
    <dgm:pt modelId="{63DFC445-D81E-4013-8AF3-710AC482A29D}" type="pres">
      <dgm:prSet presAssocID="{39C1C3E1-5A44-4844-9B15-6EDE7C5BC1C4}" presName="compNode" presStyleCnt="0"/>
      <dgm:spPr/>
    </dgm:pt>
    <dgm:pt modelId="{EEC9F9F2-2BE0-4F59-B12E-F248CA02447A}" type="pres">
      <dgm:prSet presAssocID="{39C1C3E1-5A44-4844-9B15-6EDE7C5BC1C4}" presName="bgRect" presStyleLbl="bgShp" presStyleIdx="4" presStyleCnt="5"/>
      <dgm:spPr/>
    </dgm:pt>
    <dgm:pt modelId="{2274C925-9591-4B11-BADF-5E2DFAF36127}" type="pres">
      <dgm:prSet presAssocID="{39C1C3E1-5A44-4844-9B15-6EDE7C5BC1C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7AA9C22-356B-4588-BBE4-AD0548364996}" type="pres">
      <dgm:prSet presAssocID="{39C1C3E1-5A44-4844-9B15-6EDE7C5BC1C4}" presName="spaceRect" presStyleCnt="0"/>
      <dgm:spPr/>
    </dgm:pt>
    <dgm:pt modelId="{9BE049AA-62D2-496D-B779-8E9B1FF502EA}" type="pres">
      <dgm:prSet presAssocID="{39C1C3E1-5A44-4844-9B15-6EDE7C5BC1C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4431206-8B6B-442B-B7A3-1DFDE6F302EB}" type="presOf" srcId="{16CA12C4-0894-4A3B-B670-3F983B62DDAE}" destId="{516C2EB2-79A4-4C46-B3DC-664F7BDC427F}" srcOrd="0" destOrd="0" presId="urn:microsoft.com/office/officeart/2018/2/layout/IconVerticalSolidList"/>
    <dgm:cxn modelId="{94C0361F-6400-4FE3-AF91-1B728556AB7C}" type="presOf" srcId="{5DE6F54E-712B-486A-9772-848F55FDBF93}" destId="{E7E359D4-B202-484B-A7FD-8CE0241C1306}" srcOrd="0" destOrd="0" presId="urn:microsoft.com/office/officeart/2018/2/layout/IconVerticalSolidList"/>
    <dgm:cxn modelId="{108C5F2E-C10D-45A1-9A81-FD86B33693E2}" type="presOf" srcId="{39C1C3E1-5A44-4844-9B15-6EDE7C5BC1C4}" destId="{9BE049AA-62D2-496D-B779-8E9B1FF502EA}" srcOrd="0" destOrd="0" presId="urn:microsoft.com/office/officeart/2018/2/layout/IconVerticalSolidList"/>
    <dgm:cxn modelId="{9E4FBC39-F1CB-4DB8-AA36-A0457BF3758E}" type="presOf" srcId="{1C37884D-3771-4C78-9B00-D69143594851}" destId="{0271C00A-05D7-43AE-887B-B778C2C2567D}" srcOrd="0" destOrd="0" presId="urn:microsoft.com/office/officeart/2018/2/layout/IconVerticalSolidList"/>
    <dgm:cxn modelId="{93032D3F-0030-4BF5-A1BD-071BF7630766}" srcId="{1C37884D-3771-4C78-9B00-D69143594851}" destId="{39C1C3E1-5A44-4844-9B15-6EDE7C5BC1C4}" srcOrd="4" destOrd="0" parTransId="{24975747-EE40-496F-85A9-7108A31D6459}" sibTransId="{EE149698-DDD7-4CF8-99E3-D857FD35AEAC}"/>
    <dgm:cxn modelId="{B7CA9D44-5179-4492-BA00-6B4720E5E26A}" srcId="{1C37884D-3771-4C78-9B00-D69143594851}" destId="{16CA12C4-0894-4A3B-B670-3F983B62DDAE}" srcOrd="3" destOrd="0" parTransId="{C03CB1F4-120F-4A75-AF20-E36A18CE7E16}" sibTransId="{D5901C2E-CCB9-4E82-A07D-630DBDC5E79B}"/>
    <dgm:cxn modelId="{611E179B-5EF2-4851-BB69-F63345C2B777}" srcId="{1C37884D-3771-4C78-9B00-D69143594851}" destId="{6684A3DE-8636-4196-9009-6F81DACA8867}" srcOrd="1" destOrd="0" parTransId="{34776FBF-DA36-4EC9-9B97-F5B2D94406F4}" sibTransId="{1043F737-0523-49FC-86FC-B75733153B32}"/>
    <dgm:cxn modelId="{B202CBB8-AED6-4627-82C0-13E357273BEA}" srcId="{1C37884D-3771-4C78-9B00-D69143594851}" destId="{AF445572-6C67-45FB-859E-BBA8C5A2F93A}" srcOrd="2" destOrd="0" parTransId="{2E4C256C-1B95-4829-B67A-4335FA2113CA}" sibTransId="{A5386C18-B59A-4C6B-89F9-CF99402BE164}"/>
    <dgm:cxn modelId="{FB422DBA-32A0-483C-888D-E2F498DABD1C}" type="presOf" srcId="{AF445572-6C67-45FB-859E-BBA8C5A2F93A}" destId="{CF127B52-1F2F-4103-B35E-E44FE9EF1A63}" srcOrd="0" destOrd="0" presId="urn:microsoft.com/office/officeart/2018/2/layout/IconVerticalSolidList"/>
    <dgm:cxn modelId="{B86CB6BC-C7EB-4490-84A5-461C12BABD6B}" srcId="{1C37884D-3771-4C78-9B00-D69143594851}" destId="{5DE6F54E-712B-486A-9772-848F55FDBF93}" srcOrd="0" destOrd="0" parTransId="{C1C9CF72-9DAD-4423-9BB5-43BBA170009B}" sibTransId="{73D294D8-749A-4A33-A99E-7986C3DB287A}"/>
    <dgm:cxn modelId="{C9C1BCCC-6415-4207-A8C5-A79055EDAC49}" type="presOf" srcId="{6684A3DE-8636-4196-9009-6F81DACA8867}" destId="{B0CE17DF-1A98-4054-AC08-3F32671A7B72}" srcOrd="0" destOrd="0" presId="urn:microsoft.com/office/officeart/2018/2/layout/IconVerticalSolidList"/>
    <dgm:cxn modelId="{79C938CC-9E59-416D-8B48-5549541D3271}" type="presParOf" srcId="{0271C00A-05D7-43AE-887B-B778C2C2567D}" destId="{4ADD6854-8F33-4AB0-8645-4C9E341F46FE}" srcOrd="0" destOrd="0" presId="urn:microsoft.com/office/officeart/2018/2/layout/IconVerticalSolidList"/>
    <dgm:cxn modelId="{7973FEDC-6420-424C-8BF5-6D839D878835}" type="presParOf" srcId="{4ADD6854-8F33-4AB0-8645-4C9E341F46FE}" destId="{BE75FFE0-FBE7-419A-BECA-404835CECD30}" srcOrd="0" destOrd="0" presId="urn:microsoft.com/office/officeart/2018/2/layout/IconVerticalSolidList"/>
    <dgm:cxn modelId="{4D9077AF-2F85-47CC-9C89-75953E0A0DC7}" type="presParOf" srcId="{4ADD6854-8F33-4AB0-8645-4C9E341F46FE}" destId="{B0316FE0-A7DD-4531-977F-59A3FA0AC887}" srcOrd="1" destOrd="0" presId="urn:microsoft.com/office/officeart/2018/2/layout/IconVerticalSolidList"/>
    <dgm:cxn modelId="{DE0E8583-FB46-4DD6-B7F1-79A92F0C9D4A}" type="presParOf" srcId="{4ADD6854-8F33-4AB0-8645-4C9E341F46FE}" destId="{AFCC9B85-1EE7-4C42-880F-0E0FD5419386}" srcOrd="2" destOrd="0" presId="urn:microsoft.com/office/officeart/2018/2/layout/IconVerticalSolidList"/>
    <dgm:cxn modelId="{3E5A49AD-432A-4B10-9E2D-26D91237C599}" type="presParOf" srcId="{4ADD6854-8F33-4AB0-8645-4C9E341F46FE}" destId="{E7E359D4-B202-484B-A7FD-8CE0241C1306}" srcOrd="3" destOrd="0" presId="urn:microsoft.com/office/officeart/2018/2/layout/IconVerticalSolidList"/>
    <dgm:cxn modelId="{6A7A8038-21BC-4231-BA72-2EE36D4993AB}" type="presParOf" srcId="{0271C00A-05D7-43AE-887B-B778C2C2567D}" destId="{5E75061D-0E56-4B1A-A7DA-2E002980A926}" srcOrd="1" destOrd="0" presId="urn:microsoft.com/office/officeart/2018/2/layout/IconVerticalSolidList"/>
    <dgm:cxn modelId="{96DFE5F2-9964-4525-A54A-51BC8A8847CA}" type="presParOf" srcId="{0271C00A-05D7-43AE-887B-B778C2C2567D}" destId="{1BDA8E85-4BA3-4979-9402-0B07AE4FE610}" srcOrd="2" destOrd="0" presId="urn:microsoft.com/office/officeart/2018/2/layout/IconVerticalSolidList"/>
    <dgm:cxn modelId="{953FFCCC-76EF-4B62-A1A1-D8C1F9A10087}" type="presParOf" srcId="{1BDA8E85-4BA3-4979-9402-0B07AE4FE610}" destId="{BB2BD06B-3B39-4AF1-B855-4F36C6BAEF28}" srcOrd="0" destOrd="0" presId="urn:microsoft.com/office/officeart/2018/2/layout/IconVerticalSolidList"/>
    <dgm:cxn modelId="{6E2FCC39-D354-4658-BC44-2FDDB42F8E53}" type="presParOf" srcId="{1BDA8E85-4BA3-4979-9402-0B07AE4FE610}" destId="{39F26E8E-A338-424E-B715-7ADF1CD7730F}" srcOrd="1" destOrd="0" presId="urn:microsoft.com/office/officeart/2018/2/layout/IconVerticalSolidList"/>
    <dgm:cxn modelId="{4CED3793-6E65-4EC0-9571-EE632FD000DC}" type="presParOf" srcId="{1BDA8E85-4BA3-4979-9402-0B07AE4FE610}" destId="{737D193A-9377-4202-B9CD-63BB743F0556}" srcOrd="2" destOrd="0" presId="urn:microsoft.com/office/officeart/2018/2/layout/IconVerticalSolidList"/>
    <dgm:cxn modelId="{45C98BB5-2820-4C65-85BD-357EE5E0BCED}" type="presParOf" srcId="{1BDA8E85-4BA3-4979-9402-0B07AE4FE610}" destId="{B0CE17DF-1A98-4054-AC08-3F32671A7B72}" srcOrd="3" destOrd="0" presId="urn:microsoft.com/office/officeart/2018/2/layout/IconVerticalSolidList"/>
    <dgm:cxn modelId="{17BCB876-92E2-443F-B806-688FBF0BC132}" type="presParOf" srcId="{0271C00A-05D7-43AE-887B-B778C2C2567D}" destId="{2E9DEBAB-4E21-49F5-ABB1-798DC2F3E0AE}" srcOrd="3" destOrd="0" presId="urn:microsoft.com/office/officeart/2018/2/layout/IconVerticalSolidList"/>
    <dgm:cxn modelId="{DBE56FC4-DA20-4428-9945-81AD2F3F038A}" type="presParOf" srcId="{0271C00A-05D7-43AE-887B-B778C2C2567D}" destId="{8D6BBCEB-900D-4490-881E-2607DD5B36C0}" srcOrd="4" destOrd="0" presId="urn:microsoft.com/office/officeart/2018/2/layout/IconVerticalSolidList"/>
    <dgm:cxn modelId="{6C18604F-2EE4-47AC-B7D0-2467B9E43EDF}" type="presParOf" srcId="{8D6BBCEB-900D-4490-881E-2607DD5B36C0}" destId="{C81F5F3C-BE0E-412B-B0E7-1FA786B32E4C}" srcOrd="0" destOrd="0" presId="urn:microsoft.com/office/officeart/2018/2/layout/IconVerticalSolidList"/>
    <dgm:cxn modelId="{8484DF06-E5DE-4690-A7E0-AF680180C857}" type="presParOf" srcId="{8D6BBCEB-900D-4490-881E-2607DD5B36C0}" destId="{CC828CCA-8257-4E1A-A46A-7B12F585F2FF}" srcOrd="1" destOrd="0" presId="urn:microsoft.com/office/officeart/2018/2/layout/IconVerticalSolidList"/>
    <dgm:cxn modelId="{D1669327-DB5D-49A0-A13D-EC84A5AF316D}" type="presParOf" srcId="{8D6BBCEB-900D-4490-881E-2607DD5B36C0}" destId="{08568367-002E-4454-91C4-CC76411F6C05}" srcOrd="2" destOrd="0" presId="urn:microsoft.com/office/officeart/2018/2/layout/IconVerticalSolidList"/>
    <dgm:cxn modelId="{ABCF347F-E6B4-453D-9B46-742BEA0E0BF1}" type="presParOf" srcId="{8D6BBCEB-900D-4490-881E-2607DD5B36C0}" destId="{CF127B52-1F2F-4103-B35E-E44FE9EF1A63}" srcOrd="3" destOrd="0" presId="urn:microsoft.com/office/officeart/2018/2/layout/IconVerticalSolidList"/>
    <dgm:cxn modelId="{FA1C27E8-D1AE-46A2-8D13-39D8671EB33F}" type="presParOf" srcId="{0271C00A-05D7-43AE-887B-B778C2C2567D}" destId="{1042C11D-4C92-4FD3-9008-5D0D40E830BB}" srcOrd="5" destOrd="0" presId="urn:microsoft.com/office/officeart/2018/2/layout/IconVerticalSolidList"/>
    <dgm:cxn modelId="{813D7E26-4790-49A7-8457-7830769ED877}" type="presParOf" srcId="{0271C00A-05D7-43AE-887B-B778C2C2567D}" destId="{29FF07E1-7D81-47F6-A2C6-03AE5121F1E1}" srcOrd="6" destOrd="0" presId="urn:microsoft.com/office/officeart/2018/2/layout/IconVerticalSolidList"/>
    <dgm:cxn modelId="{5CB47BB2-93B4-492D-8AE5-9CC1A51BCD2C}" type="presParOf" srcId="{29FF07E1-7D81-47F6-A2C6-03AE5121F1E1}" destId="{431EB792-5AFF-46A3-8020-6771D273EBF3}" srcOrd="0" destOrd="0" presId="urn:microsoft.com/office/officeart/2018/2/layout/IconVerticalSolidList"/>
    <dgm:cxn modelId="{FA03EF3E-15F3-486A-AB1C-DDAEE8C59C10}" type="presParOf" srcId="{29FF07E1-7D81-47F6-A2C6-03AE5121F1E1}" destId="{C654EF74-E0CE-4F33-8B0E-0F7AE5547665}" srcOrd="1" destOrd="0" presId="urn:microsoft.com/office/officeart/2018/2/layout/IconVerticalSolidList"/>
    <dgm:cxn modelId="{4A1CE94A-2011-4C29-BE40-93433EFA24FE}" type="presParOf" srcId="{29FF07E1-7D81-47F6-A2C6-03AE5121F1E1}" destId="{02E280CB-8682-4A90-BD3C-5E93B78B86CF}" srcOrd="2" destOrd="0" presId="urn:microsoft.com/office/officeart/2018/2/layout/IconVerticalSolidList"/>
    <dgm:cxn modelId="{BF393827-BC1A-480B-8517-8EF510C3B40F}" type="presParOf" srcId="{29FF07E1-7D81-47F6-A2C6-03AE5121F1E1}" destId="{516C2EB2-79A4-4C46-B3DC-664F7BDC427F}" srcOrd="3" destOrd="0" presId="urn:microsoft.com/office/officeart/2018/2/layout/IconVerticalSolidList"/>
    <dgm:cxn modelId="{5F1D050B-1295-4FAC-B242-7D97170AA95D}" type="presParOf" srcId="{0271C00A-05D7-43AE-887B-B778C2C2567D}" destId="{9C8C5D23-20C1-49AC-9DC8-4C002AF78035}" srcOrd="7" destOrd="0" presId="urn:microsoft.com/office/officeart/2018/2/layout/IconVerticalSolidList"/>
    <dgm:cxn modelId="{ADD49ABE-97A0-4AC1-AFC1-950FC400897B}" type="presParOf" srcId="{0271C00A-05D7-43AE-887B-B778C2C2567D}" destId="{63DFC445-D81E-4013-8AF3-710AC482A29D}" srcOrd="8" destOrd="0" presId="urn:microsoft.com/office/officeart/2018/2/layout/IconVerticalSolidList"/>
    <dgm:cxn modelId="{6CB70362-D696-4755-B814-039E776F1B1C}" type="presParOf" srcId="{63DFC445-D81E-4013-8AF3-710AC482A29D}" destId="{EEC9F9F2-2BE0-4F59-B12E-F248CA02447A}" srcOrd="0" destOrd="0" presId="urn:microsoft.com/office/officeart/2018/2/layout/IconVerticalSolidList"/>
    <dgm:cxn modelId="{BC116B26-FB3D-4731-807C-98B9D0F20D48}" type="presParOf" srcId="{63DFC445-D81E-4013-8AF3-710AC482A29D}" destId="{2274C925-9591-4B11-BADF-5E2DFAF36127}" srcOrd="1" destOrd="0" presId="urn:microsoft.com/office/officeart/2018/2/layout/IconVerticalSolidList"/>
    <dgm:cxn modelId="{30FFF4D0-0E1B-46BF-9404-F875DB361660}" type="presParOf" srcId="{63DFC445-D81E-4013-8AF3-710AC482A29D}" destId="{47AA9C22-356B-4588-BBE4-AD0548364996}" srcOrd="2" destOrd="0" presId="urn:microsoft.com/office/officeart/2018/2/layout/IconVerticalSolidList"/>
    <dgm:cxn modelId="{FE3A8ECD-482E-43D7-B6D8-2BAF209F8358}" type="presParOf" srcId="{63DFC445-D81E-4013-8AF3-710AC482A29D}" destId="{9BE049AA-62D2-496D-B779-8E9B1FF502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37884D-3771-4C78-9B00-D691435948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D4234E-C1FC-4B3A-A6E0-586497109C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Goal: Remove human subjectivity using AI-driven metrics</a:t>
          </a:r>
        </a:p>
      </dgm:t>
    </dgm:pt>
    <dgm:pt modelId="{B2329AA0-B085-46F4-BDC4-7AB00B932CEF}" type="parTrans" cxnId="{1ABB14FA-5B6A-4E8D-A13F-B984FC8EC061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F0610E-8376-4EDC-9704-4E0C8AE5E721}" type="sibTrans" cxnId="{1ABB14FA-5B6A-4E8D-A13F-B984FC8EC061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71C00A-05D7-43AE-887B-B778C2C2567D}" type="pres">
      <dgm:prSet presAssocID="{1C37884D-3771-4C78-9B00-D69143594851}" presName="root" presStyleCnt="0">
        <dgm:presLayoutVars>
          <dgm:dir/>
          <dgm:resizeHandles val="exact"/>
        </dgm:presLayoutVars>
      </dgm:prSet>
      <dgm:spPr/>
    </dgm:pt>
    <dgm:pt modelId="{5092B170-5297-428E-AD44-1F5D13334245}" type="pres">
      <dgm:prSet presAssocID="{51D4234E-C1FC-4B3A-A6E0-586497109C15}" presName="compNode" presStyleCnt="0"/>
      <dgm:spPr/>
    </dgm:pt>
    <dgm:pt modelId="{E15E552F-7DC7-48C3-AAB2-0FC4B8A8BFCE}" type="pres">
      <dgm:prSet presAssocID="{51D4234E-C1FC-4B3A-A6E0-586497109C15}" presName="bgRect" presStyleLbl="bgShp" presStyleIdx="0" presStyleCnt="1"/>
      <dgm:spPr/>
    </dgm:pt>
    <dgm:pt modelId="{DAEB7904-2594-42F8-A454-F3690C2B4F5A}" type="pres">
      <dgm:prSet presAssocID="{51D4234E-C1FC-4B3A-A6E0-586497109C15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4175A71-D100-467C-8751-96B6D5DDB707}" type="pres">
      <dgm:prSet presAssocID="{51D4234E-C1FC-4B3A-A6E0-586497109C15}" presName="spaceRect" presStyleCnt="0"/>
      <dgm:spPr/>
    </dgm:pt>
    <dgm:pt modelId="{A3CD3354-16F9-4A4B-851C-8619489711CA}" type="pres">
      <dgm:prSet presAssocID="{51D4234E-C1FC-4B3A-A6E0-586497109C15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9E4FBC39-F1CB-4DB8-AA36-A0457BF3758E}" type="presOf" srcId="{1C37884D-3771-4C78-9B00-D69143594851}" destId="{0271C00A-05D7-43AE-887B-B778C2C2567D}" srcOrd="0" destOrd="0" presId="urn:microsoft.com/office/officeart/2018/2/layout/IconVerticalSolidList"/>
    <dgm:cxn modelId="{23E9A2B0-F7E2-43F2-B011-284D80E7F12D}" type="presOf" srcId="{51D4234E-C1FC-4B3A-A6E0-586497109C15}" destId="{A3CD3354-16F9-4A4B-851C-8619489711CA}" srcOrd="0" destOrd="0" presId="urn:microsoft.com/office/officeart/2018/2/layout/IconVerticalSolidList"/>
    <dgm:cxn modelId="{1ABB14FA-5B6A-4E8D-A13F-B984FC8EC061}" srcId="{1C37884D-3771-4C78-9B00-D69143594851}" destId="{51D4234E-C1FC-4B3A-A6E0-586497109C15}" srcOrd="0" destOrd="0" parTransId="{B2329AA0-B085-46F4-BDC4-7AB00B932CEF}" sibTransId="{8FF0610E-8376-4EDC-9704-4E0C8AE5E721}"/>
    <dgm:cxn modelId="{A561B1AD-D14B-4859-92C9-DE48114DC643}" type="presParOf" srcId="{0271C00A-05D7-43AE-887B-B778C2C2567D}" destId="{5092B170-5297-428E-AD44-1F5D13334245}" srcOrd="0" destOrd="0" presId="urn:microsoft.com/office/officeart/2018/2/layout/IconVerticalSolidList"/>
    <dgm:cxn modelId="{A3C933CC-25AE-4F80-8D26-B3F69625BD00}" type="presParOf" srcId="{5092B170-5297-428E-AD44-1F5D13334245}" destId="{E15E552F-7DC7-48C3-AAB2-0FC4B8A8BFCE}" srcOrd="0" destOrd="0" presId="urn:microsoft.com/office/officeart/2018/2/layout/IconVerticalSolidList"/>
    <dgm:cxn modelId="{BECC6EE6-3F88-4D2D-90D6-A6207D376D79}" type="presParOf" srcId="{5092B170-5297-428E-AD44-1F5D13334245}" destId="{DAEB7904-2594-42F8-A454-F3690C2B4F5A}" srcOrd="1" destOrd="0" presId="urn:microsoft.com/office/officeart/2018/2/layout/IconVerticalSolidList"/>
    <dgm:cxn modelId="{9E751782-CCA8-46F0-A897-3DD9C2A2879E}" type="presParOf" srcId="{5092B170-5297-428E-AD44-1F5D13334245}" destId="{C4175A71-D100-467C-8751-96B6D5DDB707}" srcOrd="2" destOrd="0" presId="urn:microsoft.com/office/officeart/2018/2/layout/IconVerticalSolidList"/>
    <dgm:cxn modelId="{53401DBC-E28C-4D28-9EC2-9394541211AA}" type="presParOf" srcId="{5092B170-5297-428E-AD44-1F5D13334245}" destId="{A3CD3354-16F9-4A4B-851C-8619489711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25C789-4701-4563-98A1-22652541FD9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B9D271-3E53-4350-A040-9DE44FBC97A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Body length</a:t>
          </a:r>
        </a:p>
      </dgm:t>
    </dgm:pt>
    <dgm:pt modelId="{1FEB82DD-9B90-437D-AC2D-FEB868D9D501}" type="parTrans" cxnId="{78222CC7-4D63-4FC9-865B-50D2AD49B8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1E3F43-BF84-40CF-8BAB-13B76FC47B21}" type="sibTrans" cxnId="{78222CC7-4D63-4FC9-865B-50D2AD49B8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540BD2-C740-429B-A33C-1D9DA1195FF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Rump angle</a:t>
          </a:r>
        </a:p>
      </dgm:t>
    </dgm:pt>
    <dgm:pt modelId="{7CFD0636-B62A-4147-B816-1C67FE2850CA}" type="parTrans" cxnId="{848DAEAB-B686-4A87-B752-8DBFA30AC38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B1E2A3-FCAE-4F0E-9578-6A53C62D3070}" type="sibTrans" cxnId="{848DAEAB-B686-4A87-B752-8DBFA30AC38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D751EE-0DD8-4C17-A795-F3DDE662D87E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Shoulder–rump alignment</a:t>
          </a:r>
        </a:p>
      </dgm:t>
    </dgm:pt>
    <dgm:pt modelId="{66016827-3F7E-4B77-A8B6-CC002B631B3F}" type="parTrans" cxnId="{CBDF601B-3334-4F5A-8406-D9BA97DAA8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182B17-CA4D-469C-9E36-D2B831B228AF}" type="sibTrans" cxnId="{CBDF601B-3334-4F5A-8406-D9BA97DAA8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F56A11-D603-4DEA-A26C-1CFD4E0C88D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Structural proportions</a:t>
          </a:r>
        </a:p>
      </dgm:t>
    </dgm:pt>
    <dgm:pt modelId="{A45924DB-283D-4F19-96D2-C8E195E455B6}" type="parTrans" cxnId="{511D3EB5-C463-4171-8386-C34465710C6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A16C53-F5EB-48C6-9DEF-E26EAE8C6696}" type="sibTrans" cxnId="{511D3EB5-C463-4171-8386-C34465710C6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C5146D-2B69-4246-9134-CC8B4CECEEF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Direct correlation with health, milk yield, and breed quality</a:t>
          </a:r>
        </a:p>
      </dgm:t>
    </dgm:pt>
    <dgm:pt modelId="{F305AD8B-2CEF-4D66-845C-8665085E473F}" type="parTrans" cxnId="{77CB774E-C958-49E6-A8D3-9695FEE20D6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6758CC-A837-4860-A94D-4D5786B4CAA4}" type="sibTrans" cxnId="{77CB774E-C958-49E6-A8D3-9695FEE20D6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913470-2E53-40DD-9946-FFF53660F6A7}" type="pres">
      <dgm:prSet presAssocID="{EF25C789-4701-4563-98A1-22652541FD9F}" presName="vert0" presStyleCnt="0">
        <dgm:presLayoutVars>
          <dgm:dir/>
          <dgm:animOne val="branch"/>
          <dgm:animLvl val="lvl"/>
        </dgm:presLayoutVars>
      </dgm:prSet>
      <dgm:spPr/>
    </dgm:pt>
    <dgm:pt modelId="{27BA4DDA-EAD6-4394-A6CB-CE0D60FE3DB9}" type="pres">
      <dgm:prSet presAssocID="{C1B9D271-3E53-4350-A040-9DE44FBC97A9}" presName="thickLine" presStyleLbl="alignNode1" presStyleIdx="0" presStyleCnt="5"/>
      <dgm:spPr/>
    </dgm:pt>
    <dgm:pt modelId="{FEE2CFEA-94E8-44B6-9E2A-F545CDD9134E}" type="pres">
      <dgm:prSet presAssocID="{C1B9D271-3E53-4350-A040-9DE44FBC97A9}" presName="horz1" presStyleCnt="0"/>
      <dgm:spPr/>
    </dgm:pt>
    <dgm:pt modelId="{9936A750-32C3-4E7D-A15F-8D5770251060}" type="pres">
      <dgm:prSet presAssocID="{C1B9D271-3E53-4350-A040-9DE44FBC97A9}" presName="tx1" presStyleLbl="revTx" presStyleIdx="0" presStyleCnt="5"/>
      <dgm:spPr/>
    </dgm:pt>
    <dgm:pt modelId="{094FEA08-D270-4028-96CF-FDF424249B29}" type="pres">
      <dgm:prSet presAssocID="{C1B9D271-3E53-4350-A040-9DE44FBC97A9}" presName="vert1" presStyleCnt="0"/>
      <dgm:spPr/>
    </dgm:pt>
    <dgm:pt modelId="{A673651D-211A-412A-8F84-62B8FD1462A1}" type="pres">
      <dgm:prSet presAssocID="{4E540BD2-C740-429B-A33C-1D9DA1195FFA}" presName="thickLine" presStyleLbl="alignNode1" presStyleIdx="1" presStyleCnt="5"/>
      <dgm:spPr/>
    </dgm:pt>
    <dgm:pt modelId="{2D413907-C863-489E-80BE-A4D71D0CB3C1}" type="pres">
      <dgm:prSet presAssocID="{4E540BD2-C740-429B-A33C-1D9DA1195FFA}" presName="horz1" presStyleCnt="0"/>
      <dgm:spPr/>
    </dgm:pt>
    <dgm:pt modelId="{6B742F2D-8758-4684-9DD1-B91322431E26}" type="pres">
      <dgm:prSet presAssocID="{4E540BD2-C740-429B-A33C-1D9DA1195FFA}" presName="tx1" presStyleLbl="revTx" presStyleIdx="1" presStyleCnt="5"/>
      <dgm:spPr/>
    </dgm:pt>
    <dgm:pt modelId="{2A5833D6-DCDB-4880-AC22-8FAB12F8225A}" type="pres">
      <dgm:prSet presAssocID="{4E540BD2-C740-429B-A33C-1D9DA1195FFA}" presName="vert1" presStyleCnt="0"/>
      <dgm:spPr/>
    </dgm:pt>
    <dgm:pt modelId="{A90D342E-D3EF-4BEE-BDAA-CA86E4E09B9B}" type="pres">
      <dgm:prSet presAssocID="{DED751EE-0DD8-4C17-A795-F3DDE662D87E}" presName="thickLine" presStyleLbl="alignNode1" presStyleIdx="2" presStyleCnt="5"/>
      <dgm:spPr/>
    </dgm:pt>
    <dgm:pt modelId="{1478310E-6D73-4E7C-B368-649DDFDA2231}" type="pres">
      <dgm:prSet presAssocID="{DED751EE-0DD8-4C17-A795-F3DDE662D87E}" presName="horz1" presStyleCnt="0"/>
      <dgm:spPr/>
    </dgm:pt>
    <dgm:pt modelId="{52E1B080-3801-4029-B952-ABD86F309B16}" type="pres">
      <dgm:prSet presAssocID="{DED751EE-0DD8-4C17-A795-F3DDE662D87E}" presName="tx1" presStyleLbl="revTx" presStyleIdx="2" presStyleCnt="5"/>
      <dgm:spPr/>
    </dgm:pt>
    <dgm:pt modelId="{7246379C-6C60-4F28-AC4D-C660EE6387CD}" type="pres">
      <dgm:prSet presAssocID="{DED751EE-0DD8-4C17-A795-F3DDE662D87E}" presName="vert1" presStyleCnt="0"/>
      <dgm:spPr/>
    </dgm:pt>
    <dgm:pt modelId="{0B02D001-9CD0-487A-90C1-7660C62FCC85}" type="pres">
      <dgm:prSet presAssocID="{CAF56A11-D603-4DEA-A26C-1CFD4E0C88D0}" presName="thickLine" presStyleLbl="alignNode1" presStyleIdx="3" presStyleCnt="5"/>
      <dgm:spPr/>
    </dgm:pt>
    <dgm:pt modelId="{BFFEDBD3-548E-4F30-83BA-6A5505EF1F8E}" type="pres">
      <dgm:prSet presAssocID="{CAF56A11-D603-4DEA-A26C-1CFD4E0C88D0}" presName="horz1" presStyleCnt="0"/>
      <dgm:spPr/>
    </dgm:pt>
    <dgm:pt modelId="{3783A3A8-B202-4836-8B93-97BE0DE1B3BD}" type="pres">
      <dgm:prSet presAssocID="{CAF56A11-D603-4DEA-A26C-1CFD4E0C88D0}" presName="tx1" presStyleLbl="revTx" presStyleIdx="3" presStyleCnt="5"/>
      <dgm:spPr/>
    </dgm:pt>
    <dgm:pt modelId="{7BF1B1B5-ACED-4C89-A96B-167A21BEDB5D}" type="pres">
      <dgm:prSet presAssocID="{CAF56A11-D603-4DEA-A26C-1CFD4E0C88D0}" presName="vert1" presStyleCnt="0"/>
      <dgm:spPr/>
    </dgm:pt>
    <dgm:pt modelId="{E1094049-6286-460C-85D1-0CB11C47C5C7}" type="pres">
      <dgm:prSet presAssocID="{B2C5146D-2B69-4246-9134-CC8B4CECEEFC}" presName="thickLine" presStyleLbl="alignNode1" presStyleIdx="4" presStyleCnt="5"/>
      <dgm:spPr/>
    </dgm:pt>
    <dgm:pt modelId="{8A514CF1-0DA9-420E-9A80-BC58538896E0}" type="pres">
      <dgm:prSet presAssocID="{B2C5146D-2B69-4246-9134-CC8B4CECEEFC}" presName="horz1" presStyleCnt="0"/>
      <dgm:spPr/>
    </dgm:pt>
    <dgm:pt modelId="{BC40BD37-D1A4-446D-B358-4939A77BC502}" type="pres">
      <dgm:prSet presAssocID="{B2C5146D-2B69-4246-9134-CC8B4CECEEFC}" presName="tx1" presStyleLbl="revTx" presStyleIdx="4" presStyleCnt="5"/>
      <dgm:spPr/>
    </dgm:pt>
    <dgm:pt modelId="{29F224D2-5BC7-4ABF-A413-93D3B99E24EC}" type="pres">
      <dgm:prSet presAssocID="{B2C5146D-2B69-4246-9134-CC8B4CECEEFC}" presName="vert1" presStyleCnt="0"/>
      <dgm:spPr/>
    </dgm:pt>
  </dgm:ptLst>
  <dgm:cxnLst>
    <dgm:cxn modelId="{CBDF601B-3334-4F5A-8406-D9BA97DAA84A}" srcId="{EF25C789-4701-4563-98A1-22652541FD9F}" destId="{DED751EE-0DD8-4C17-A795-F3DDE662D87E}" srcOrd="2" destOrd="0" parTransId="{66016827-3F7E-4B77-A8B6-CC002B631B3F}" sibTransId="{F4182B17-CA4D-469C-9E36-D2B831B228AF}"/>
    <dgm:cxn modelId="{AFA3A524-E4E6-4254-8507-0D6DC2C5B2D5}" type="presOf" srcId="{CAF56A11-D603-4DEA-A26C-1CFD4E0C88D0}" destId="{3783A3A8-B202-4836-8B93-97BE0DE1B3BD}" srcOrd="0" destOrd="0" presId="urn:microsoft.com/office/officeart/2008/layout/LinedList"/>
    <dgm:cxn modelId="{376ED429-E5B9-489A-9EFA-A034EF33A7B7}" type="presOf" srcId="{4E540BD2-C740-429B-A33C-1D9DA1195FFA}" destId="{6B742F2D-8758-4684-9DD1-B91322431E26}" srcOrd="0" destOrd="0" presId="urn:microsoft.com/office/officeart/2008/layout/LinedList"/>
    <dgm:cxn modelId="{0E642537-E4FE-4664-BDFC-7AACD86583B4}" type="presOf" srcId="{C1B9D271-3E53-4350-A040-9DE44FBC97A9}" destId="{9936A750-32C3-4E7D-A15F-8D5770251060}" srcOrd="0" destOrd="0" presId="urn:microsoft.com/office/officeart/2008/layout/LinedList"/>
    <dgm:cxn modelId="{77CB774E-C958-49E6-A8D3-9695FEE20D62}" srcId="{EF25C789-4701-4563-98A1-22652541FD9F}" destId="{B2C5146D-2B69-4246-9134-CC8B4CECEEFC}" srcOrd="4" destOrd="0" parTransId="{F305AD8B-2CEF-4D66-845C-8665085E473F}" sibTransId="{266758CC-A837-4860-A94D-4D5786B4CAA4}"/>
    <dgm:cxn modelId="{49E10A80-36F8-4981-AB84-EC286B1302BE}" type="presOf" srcId="{EF25C789-4701-4563-98A1-22652541FD9F}" destId="{73913470-2E53-40DD-9946-FFF53660F6A7}" srcOrd="0" destOrd="0" presId="urn:microsoft.com/office/officeart/2008/layout/LinedList"/>
    <dgm:cxn modelId="{848DAEAB-B686-4A87-B752-8DBFA30AC385}" srcId="{EF25C789-4701-4563-98A1-22652541FD9F}" destId="{4E540BD2-C740-429B-A33C-1D9DA1195FFA}" srcOrd="1" destOrd="0" parTransId="{7CFD0636-B62A-4147-B816-1C67FE2850CA}" sibTransId="{E6B1E2A3-FCAE-4F0E-9578-6A53C62D3070}"/>
    <dgm:cxn modelId="{511D3EB5-C463-4171-8386-C34465710C61}" srcId="{EF25C789-4701-4563-98A1-22652541FD9F}" destId="{CAF56A11-D603-4DEA-A26C-1CFD4E0C88D0}" srcOrd="3" destOrd="0" parTransId="{A45924DB-283D-4F19-96D2-C8E195E455B6}" sibTransId="{B6A16C53-F5EB-48C6-9DEF-E26EAE8C6696}"/>
    <dgm:cxn modelId="{CA4133BE-DCED-45DF-A52A-20DD586479F7}" type="presOf" srcId="{B2C5146D-2B69-4246-9134-CC8B4CECEEFC}" destId="{BC40BD37-D1A4-446D-B358-4939A77BC502}" srcOrd="0" destOrd="0" presId="urn:microsoft.com/office/officeart/2008/layout/LinedList"/>
    <dgm:cxn modelId="{78222CC7-4D63-4FC9-865B-50D2AD49B829}" srcId="{EF25C789-4701-4563-98A1-22652541FD9F}" destId="{C1B9D271-3E53-4350-A040-9DE44FBC97A9}" srcOrd="0" destOrd="0" parTransId="{1FEB82DD-9B90-437D-AC2D-FEB868D9D501}" sibTransId="{BA1E3F43-BF84-40CF-8BAB-13B76FC47B21}"/>
    <dgm:cxn modelId="{1C032BEC-40C8-4262-A6D5-DD0F0BE838F0}" type="presOf" srcId="{DED751EE-0DD8-4C17-A795-F3DDE662D87E}" destId="{52E1B080-3801-4029-B952-ABD86F309B16}" srcOrd="0" destOrd="0" presId="urn:microsoft.com/office/officeart/2008/layout/LinedList"/>
    <dgm:cxn modelId="{FC19D50B-794E-4705-B7EA-FB224BDC1333}" type="presParOf" srcId="{73913470-2E53-40DD-9946-FFF53660F6A7}" destId="{27BA4DDA-EAD6-4394-A6CB-CE0D60FE3DB9}" srcOrd="0" destOrd="0" presId="urn:microsoft.com/office/officeart/2008/layout/LinedList"/>
    <dgm:cxn modelId="{52A5CBBF-217C-4C4F-87A6-0F324306AA26}" type="presParOf" srcId="{73913470-2E53-40DD-9946-FFF53660F6A7}" destId="{FEE2CFEA-94E8-44B6-9E2A-F545CDD9134E}" srcOrd="1" destOrd="0" presId="urn:microsoft.com/office/officeart/2008/layout/LinedList"/>
    <dgm:cxn modelId="{C7C1B4F4-3F5C-4573-BB47-5F2D7C2EABAB}" type="presParOf" srcId="{FEE2CFEA-94E8-44B6-9E2A-F545CDD9134E}" destId="{9936A750-32C3-4E7D-A15F-8D5770251060}" srcOrd="0" destOrd="0" presId="urn:microsoft.com/office/officeart/2008/layout/LinedList"/>
    <dgm:cxn modelId="{D996FDEE-BA13-4193-B945-90D95CE4D9EC}" type="presParOf" srcId="{FEE2CFEA-94E8-44B6-9E2A-F545CDD9134E}" destId="{094FEA08-D270-4028-96CF-FDF424249B29}" srcOrd="1" destOrd="0" presId="urn:microsoft.com/office/officeart/2008/layout/LinedList"/>
    <dgm:cxn modelId="{316B6F6B-278B-43E9-9529-7A0819D6D941}" type="presParOf" srcId="{73913470-2E53-40DD-9946-FFF53660F6A7}" destId="{A673651D-211A-412A-8F84-62B8FD1462A1}" srcOrd="2" destOrd="0" presId="urn:microsoft.com/office/officeart/2008/layout/LinedList"/>
    <dgm:cxn modelId="{DBBAD37D-7529-4C74-8F7D-69E6EBEED816}" type="presParOf" srcId="{73913470-2E53-40DD-9946-FFF53660F6A7}" destId="{2D413907-C863-489E-80BE-A4D71D0CB3C1}" srcOrd="3" destOrd="0" presId="urn:microsoft.com/office/officeart/2008/layout/LinedList"/>
    <dgm:cxn modelId="{61954050-B754-4160-A7F3-5D5B80745467}" type="presParOf" srcId="{2D413907-C863-489E-80BE-A4D71D0CB3C1}" destId="{6B742F2D-8758-4684-9DD1-B91322431E26}" srcOrd="0" destOrd="0" presId="urn:microsoft.com/office/officeart/2008/layout/LinedList"/>
    <dgm:cxn modelId="{11910E7F-458A-4034-AC6B-AEC72BE09E4A}" type="presParOf" srcId="{2D413907-C863-489E-80BE-A4D71D0CB3C1}" destId="{2A5833D6-DCDB-4880-AC22-8FAB12F8225A}" srcOrd="1" destOrd="0" presId="urn:microsoft.com/office/officeart/2008/layout/LinedList"/>
    <dgm:cxn modelId="{9A5A21F6-742D-4276-9338-63F6C05B4657}" type="presParOf" srcId="{73913470-2E53-40DD-9946-FFF53660F6A7}" destId="{A90D342E-D3EF-4BEE-BDAA-CA86E4E09B9B}" srcOrd="4" destOrd="0" presId="urn:microsoft.com/office/officeart/2008/layout/LinedList"/>
    <dgm:cxn modelId="{085AB865-C739-44BD-B52F-6F2AFEF7AD9B}" type="presParOf" srcId="{73913470-2E53-40DD-9946-FFF53660F6A7}" destId="{1478310E-6D73-4E7C-B368-649DDFDA2231}" srcOrd="5" destOrd="0" presId="urn:microsoft.com/office/officeart/2008/layout/LinedList"/>
    <dgm:cxn modelId="{F9524AF4-EB60-4BE0-B807-2664C38E879C}" type="presParOf" srcId="{1478310E-6D73-4E7C-B368-649DDFDA2231}" destId="{52E1B080-3801-4029-B952-ABD86F309B16}" srcOrd="0" destOrd="0" presId="urn:microsoft.com/office/officeart/2008/layout/LinedList"/>
    <dgm:cxn modelId="{98EF6B7A-C41A-4C67-ACCF-3E9D3E4B55B5}" type="presParOf" srcId="{1478310E-6D73-4E7C-B368-649DDFDA2231}" destId="{7246379C-6C60-4F28-AC4D-C660EE6387CD}" srcOrd="1" destOrd="0" presId="urn:microsoft.com/office/officeart/2008/layout/LinedList"/>
    <dgm:cxn modelId="{34C033A0-4427-4653-BA9D-8EFDED06BF74}" type="presParOf" srcId="{73913470-2E53-40DD-9946-FFF53660F6A7}" destId="{0B02D001-9CD0-487A-90C1-7660C62FCC85}" srcOrd="6" destOrd="0" presId="urn:microsoft.com/office/officeart/2008/layout/LinedList"/>
    <dgm:cxn modelId="{D61015AA-43F3-4117-A63B-EAB9172E2784}" type="presParOf" srcId="{73913470-2E53-40DD-9946-FFF53660F6A7}" destId="{BFFEDBD3-548E-4F30-83BA-6A5505EF1F8E}" srcOrd="7" destOrd="0" presId="urn:microsoft.com/office/officeart/2008/layout/LinedList"/>
    <dgm:cxn modelId="{408D67C4-39F6-4119-822A-AFFD97445C61}" type="presParOf" srcId="{BFFEDBD3-548E-4F30-83BA-6A5505EF1F8E}" destId="{3783A3A8-B202-4836-8B93-97BE0DE1B3BD}" srcOrd="0" destOrd="0" presId="urn:microsoft.com/office/officeart/2008/layout/LinedList"/>
    <dgm:cxn modelId="{5C22B81D-4320-4077-827A-B43BF382F5F3}" type="presParOf" srcId="{BFFEDBD3-548E-4F30-83BA-6A5505EF1F8E}" destId="{7BF1B1B5-ACED-4C89-A96B-167A21BEDB5D}" srcOrd="1" destOrd="0" presId="urn:microsoft.com/office/officeart/2008/layout/LinedList"/>
    <dgm:cxn modelId="{CC0F52A8-61F1-41B8-8508-8CF29EDE9A81}" type="presParOf" srcId="{73913470-2E53-40DD-9946-FFF53660F6A7}" destId="{E1094049-6286-460C-85D1-0CB11C47C5C7}" srcOrd="8" destOrd="0" presId="urn:microsoft.com/office/officeart/2008/layout/LinedList"/>
    <dgm:cxn modelId="{BF6431C5-7AE3-4277-8535-AA72ECE10DF4}" type="presParOf" srcId="{73913470-2E53-40DD-9946-FFF53660F6A7}" destId="{8A514CF1-0DA9-420E-9A80-BC58538896E0}" srcOrd="9" destOrd="0" presId="urn:microsoft.com/office/officeart/2008/layout/LinedList"/>
    <dgm:cxn modelId="{89CAB305-8A3F-4BFD-90CC-75F4877DE2D0}" type="presParOf" srcId="{8A514CF1-0DA9-420E-9A80-BC58538896E0}" destId="{BC40BD37-D1A4-446D-B358-4939A77BC502}" srcOrd="0" destOrd="0" presId="urn:microsoft.com/office/officeart/2008/layout/LinedList"/>
    <dgm:cxn modelId="{B8BE146F-CAFE-45B6-B4AB-6285ACAA62CA}" type="presParOf" srcId="{8A514CF1-0DA9-420E-9A80-BC58538896E0}" destId="{29F224D2-5BC7-4ABF-A413-93D3B99E24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8762ED-616D-485E-98BC-56043D0E359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4C8AAD-1C9B-4170-AF0A-100723C31AF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Image-based animal detection</a:t>
          </a:r>
        </a:p>
      </dgm:t>
    </dgm:pt>
    <dgm:pt modelId="{E970DE08-5144-4B50-94CC-AC1356C026EC}" type="parTrans" cxnId="{0EA11560-89D8-481C-81E4-2C80CD70A26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FFDC2C-84DD-45D1-BB7B-E7BA6DC0CC06}" type="sibTrans" cxnId="{0EA11560-89D8-481C-81E4-2C80CD70A26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FA50A2-DB6B-4F53-AAA0-637CC21A27C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Pose / keypoint identification</a:t>
          </a:r>
        </a:p>
      </dgm:t>
    </dgm:pt>
    <dgm:pt modelId="{9E204CF1-5C21-4762-8F8A-FA49C02AD515}" type="parTrans" cxnId="{923BAE5D-5B71-4B5A-A93B-50E183F63F6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4B6971-162B-4F5F-92D3-CCA012BE061B}" type="sibTrans" cxnId="{923BAE5D-5B71-4B5A-A93B-50E183F63F6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EAB858-EA12-43BC-B115-07AABC66D542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Measurement computation from landmarks</a:t>
          </a:r>
        </a:p>
      </dgm:t>
    </dgm:pt>
    <dgm:pt modelId="{C28B1F2C-593E-43D5-AA45-8DEC0C980097}" type="parTrans" cxnId="{3E59E806-8C05-464F-900A-CC6934432AE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1A10AE-2BDA-48E3-B6D0-72377231A65E}" type="sibTrans" cxnId="{3E59E806-8C05-464F-900A-CC6934432AE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C89BA1-D6C7-47B2-9996-936E903C90E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Standardized scoring mechanism</a:t>
          </a:r>
        </a:p>
      </dgm:t>
    </dgm:pt>
    <dgm:pt modelId="{467294E2-30D2-4B5B-A2C4-2DCAD87B8561}" type="parTrans" cxnId="{FBB72F0A-134C-41A0-96F4-86A622E5E25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10138B-E881-4E8D-A42D-45528515425A}" type="sibTrans" cxnId="{FBB72F0A-134C-41A0-96F4-86A622E5E25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8FFB46-9522-4394-A5AF-DC6D2DE85FC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Accuracy prioritized over visual aesthetics</a:t>
          </a:r>
        </a:p>
      </dgm:t>
    </dgm:pt>
    <dgm:pt modelId="{4E9B8415-74C6-4E28-8F5D-EF7F45186FFA}" type="parTrans" cxnId="{AA2F1D15-3B80-43BD-81D0-2755D6EE9A1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DE231F-2327-4836-A5C3-0B69F475448E}" type="sibTrans" cxnId="{AA2F1D15-3B80-43BD-81D0-2755D6EE9A1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ADD844-1C15-4575-B106-4A3CCB7FF3FF}" type="pres">
      <dgm:prSet presAssocID="{608762ED-616D-485E-98BC-56043D0E359E}" presName="outerComposite" presStyleCnt="0">
        <dgm:presLayoutVars>
          <dgm:chMax val="5"/>
          <dgm:dir/>
          <dgm:resizeHandles val="exact"/>
        </dgm:presLayoutVars>
      </dgm:prSet>
      <dgm:spPr/>
    </dgm:pt>
    <dgm:pt modelId="{4B8C464E-BA09-4A5A-9E5E-BA023216D3B6}" type="pres">
      <dgm:prSet presAssocID="{608762ED-616D-485E-98BC-56043D0E359E}" presName="dummyMaxCanvas" presStyleCnt="0">
        <dgm:presLayoutVars/>
      </dgm:prSet>
      <dgm:spPr/>
    </dgm:pt>
    <dgm:pt modelId="{3CD3DDAF-0250-4C9A-9D51-30500F7D8BD6}" type="pres">
      <dgm:prSet presAssocID="{608762ED-616D-485E-98BC-56043D0E359E}" presName="FiveNodes_1" presStyleLbl="node1" presStyleIdx="0" presStyleCnt="5">
        <dgm:presLayoutVars>
          <dgm:bulletEnabled val="1"/>
        </dgm:presLayoutVars>
      </dgm:prSet>
      <dgm:spPr/>
    </dgm:pt>
    <dgm:pt modelId="{EF31D519-4007-4978-A560-5EFC28E3EFCC}" type="pres">
      <dgm:prSet presAssocID="{608762ED-616D-485E-98BC-56043D0E359E}" presName="FiveNodes_2" presStyleLbl="node1" presStyleIdx="1" presStyleCnt="5">
        <dgm:presLayoutVars>
          <dgm:bulletEnabled val="1"/>
        </dgm:presLayoutVars>
      </dgm:prSet>
      <dgm:spPr/>
    </dgm:pt>
    <dgm:pt modelId="{47AD475D-8731-4740-814B-647EF4606FEF}" type="pres">
      <dgm:prSet presAssocID="{608762ED-616D-485E-98BC-56043D0E359E}" presName="FiveNodes_3" presStyleLbl="node1" presStyleIdx="2" presStyleCnt="5">
        <dgm:presLayoutVars>
          <dgm:bulletEnabled val="1"/>
        </dgm:presLayoutVars>
      </dgm:prSet>
      <dgm:spPr/>
    </dgm:pt>
    <dgm:pt modelId="{A3984499-AB58-43E7-93EA-8C917B9E885E}" type="pres">
      <dgm:prSet presAssocID="{608762ED-616D-485E-98BC-56043D0E359E}" presName="FiveNodes_4" presStyleLbl="node1" presStyleIdx="3" presStyleCnt="5">
        <dgm:presLayoutVars>
          <dgm:bulletEnabled val="1"/>
        </dgm:presLayoutVars>
      </dgm:prSet>
      <dgm:spPr/>
    </dgm:pt>
    <dgm:pt modelId="{47484FF2-4FA5-48E0-A7E5-28CFF6C8ECD5}" type="pres">
      <dgm:prSet presAssocID="{608762ED-616D-485E-98BC-56043D0E359E}" presName="FiveNodes_5" presStyleLbl="node1" presStyleIdx="4" presStyleCnt="5">
        <dgm:presLayoutVars>
          <dgm:bulletEnabled val="1"/>
        </dgm:presLayoutVars>
      </dgm:prSet>
      <dgm:spPr/>
    </dgm:pt>
    <dgm:pt modelId="{31DDF128-7F52-4AFE-868E-000E9C504807}" type="pres">
      <dgm:prSet presAssocID="{608762ED-616D-485E-98BC-56043D0E359E}" presName="FiveConn_1-2" presStyleLbl="fgAccFollowNode1" presStyleIdx="0" presStyleCnt="4">
        <dgm:presLayoutVars>
          <dgm:bulletEnabled val="1"/>
        </dgm:presLayoutVars>
      </dgm:prSet>
      <dgm:spPr/>
    </dgm:pt>
    <dgm:pt modelId="{F1888B6B-257C-4D75-8DCB-C9301A223E1F}" type="pres">
      <dgm:prSet presAssocID="{608762ED-616D-485E-98BC-56043D0E359E}" presName="FiveConn_2-3" presStyleLbl="fgAccFollowNode1" presStyleIdx="1" presStyleCnt="4">
        <dgm:presLayoutVars>
          <dgm:bulletEnabled val="1"/>
        </dgm:presLayoutVars>
      </dgm:prSet>
      <dgm:spPr/>
    </dgm:pt>
    <dgm:pt modelId="{28B46AEF-BC0F-43E2-8DEA-09567933149D}" type="pres">
      <dgm:prSet presAssocID="{608762ED-616D-485E-98BC-56043D0E359E}" presName="FiveConn_3-4" presStyleLbl="fgAccFollowNode1" presStyleIdx="2" presStyleCnt="4">
        <dgm:presLayoutVars>
          <dgm:bulletEnabled val="1"/>
        </dgm:presLayoutVars>
      </dgm:prSet>
      <dgm:spPr/>
    </dgm:pt>
    <dgm:pt modelId="{26205DD4-8F92-4395-86CA-7C5553C9A995}" type="pres">
      <dgm:prSet presAssocID="{608762ED-616D-485E-98BC-56043D0E359E}" presName="FiveConn_4-5" presStyleLbl="fgAccFollowNode1" presStyleIdx="3" presStyleCnt="4">
        <dgm:presLayoutVars>
          <dgm:bulletEnabled val="1"/>
        </dgm:presLayoutVars>
      </dgm:prSet>
      <dgm:spPr/>
    </dgm:pt>
    <dgm:pt modelId="{24CFC0A6-73CC-4800-93EB-A1C8DB2EB0FF}" type="pres">
      <dgm:prSet presAssocID="{608762ED-616D-485E-98BC-56043D0E359E}" presName="FiveNodes_1_text" presStyleLbl="node1" presStyleIdx="4" presStyleCnt="5">
        <dgm:presLayoutVars>
          <dgm:bulletEnabled val="1"/>
        </dgm:presLayoutVars>
      </dgm:prSet>
      <dgm:spPr/>
    </dgm:pt>
    <dgm:pt modelId="{DCB5BB7F-BEDA-4639-ACC9-2597486E37EB}" type="pres">
      <dgm:prSet presAssocID="{608762ED-616D-485E-98BC-56043D0E359E}" presName="FiveNodes_2_text" presStyleLbl="node1" presStyleIdx="4" presStyleCnt="5">
        <dgm:presLayoutVars>
          <dgm:bulletEnabled val="1"/>
        </dgm:presLayoutVars>
      </dgm:prSet>
      <dgm:spPr/>
    </dgm:pt>
    <dgm:pt modelId="{9630866F-DB54-4639-826B-EF5CDF690654}" type="pres">
      <dgm:prSet presAssocID="{608762ED-616D-485E-98BC-56043D0E359E}" presName="FiveNodes_3_text" presStyleLbl="node1" presStyleIdx="4" presStyleCnt="5">
        <dgm:presLayoutVars>
          <dgm:bulletEnabled val="1"/>
        </dgm:presLayoutVars>
      </dgm:prSet>
      <dgm:spPr/>
    </dgm:pt>
    <dgm:pt modelId="{74813A22-AB5B-4F35-871A-1ABFBE6C60A0}" type="pres">
      <dgm:prSet presAssocID="{608762ED-616D-485E-98BC-56043D0E359E}" presName="FiveNodes_4_text" presStyleLbl="node1" presStyleIdx="4" presStyleCnt="5">
        <dgm:presLayoutVars>
          <dgm:bulletEnabled val="1"/>
        </dgm:presLayoutVars>
      </dgm:prSet>
      <dgm:spPr/>
    </dgm:pt>
    <dgm:pt modelId="{15A1F0A3-948A-44BC-9543-BD2711D2FD13}" type="pres">
      <dgm:prSet presAssocID="{608762ED-616D-485E-98BC-56043D0E359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D8DCB01-889B-4676-8C6C-C27BDFC7FC66}" type="presOf" srcId="{A1FFDC2C-84DD-45D1-BB7B-E7BA6DC0CC06}" destId="{31DDF128-7F52-4AFE-868E-000E9C504807}" srcOrd="0" destOrd="0" presId="urn:microsoft.com/office/officeart/2005/8/layout/vProcess5"/>
    <dgm:cxn modelId="{3E59E806-8C05-464F-900A-CC6934432AE8}" srcId="{608762ED-616D-485E-98BC-56043D0E359E}" destId="{F7EAB858-EA12-43BC-B115-07AABC66D542}" srcOrd="2" destOrd="0" parTransId="{C28B1F2C-593E-43D5-AA45-8DEC0C980097}" sibTransId="{C81A10AE-2BDA-48E3-B6D0-72377231A65E}"/>
    <dgm:cxn modelId="{FBB72F0A-134C-41A0-96F4-86A622E5E251}" srcId="{608762ED-616D-485E-98BC-56043D0E359E}" destId="{A5C89BA1-D6C7-47B2-9996-936E903C90E7}" srcOrd="3" destOrd="0" parTransId="{467294E2-30D2-4B5B-A2C4-2DCAD87B8561}" sibTransId="{9710138B-E881-4E8D-A42D-45528515425A}"/>
    <dgm:cxn modelId="{AA2F1D15-3B80-43BD-81D0-2755D6EE9A11}" srcId="{608762ED-616D-485E-98BC-56043D0E359E}" destId="{D08FFB46-9522-4394-A5AF-DC6D2DE85FCC}" srcOrd="4" destOrd="0" parTransId="{4E9B8415-74C6-4E28-8F5D-EF7F45186FFA}" sibTransId="{4BDE231F-2327-4836-A5C3-0B69F475448E}"/>
    <dgm:cxn modelId="{6926ED16-AA5A-42FB-9EDD-4139BFFC6FD1}" type="presOf" srcId="{F7EAB858-EA12-43BC-B115-07AABC66D542}" destId="{9630866F-DB54-4639-826B-EF5CDF690654}" srcOrd="1" destOrd="0" presId="urn:microsoft.com/office/officeart/2005/8/layout/vProcess5"/>
    <dgm:cxn modelId="{9BCD5421-859D-444B-BBDA-581FCBCA9F6E}" type="presOf" srcId="{A5C89BA1-D6C7-47B2-9996-936E903C90E7}" destId="{74813A22-AB5B-4F35-871A-1ABFBE6C60A0}" srcOrd="1" destOrd="0" presId="urn:microsoft.com/office/officeart/2005/8/layout/vProcess5"/>
    <dgm:cxn modelId="{D6115A28-3F9E-4E43-918E-0470223C3BBF}" type="presOf" srcId="{D08FFB46-9522-4394-A5AF-DC6D2DE85FCC}" destId="{15A1F0A3-948A-44BC-9543-BD2711D2FD13}" srcOrd="1" destOrd="0" presId="urn:microsoft.com/office/officeart/2005/8/layout/vProcess5"/>
    <dgm:cxn modelId="{1308AC2D-2AA8-496F-AC39-DF34160F53D3}" type="presOf" srcId="{674C8AAD-1C9B-4170-AF0A-100723C31AFA}" destId="{24CFC0A6-73CC-4800-93EB-A1C8DB2EB0FF}" srcOrd="1" destOrd="0" presId="urn:microsoft.com/office/officeart/2005/8/layout/vProcess5"/>
    <dgm:cxn modelId="{C35EDC38-8C86-44E2-9652-B37080ECC74C}" type="presOf" srcId="{00FA50A2-DB6B-4F53-AAA0-637CC21A27C5}" destId="{EF31D519-4007-4978-A560-5EFC28E3EFCC}" srcOrd="0" destOrd="0" presId="urn:microsoft.com/office/officeart/2005/8/layout/vProcess5"/>
    <dgm:cxn modelId="{923BAE5D-5B71-4B5A-A93B-50E183F63F62}" srcId="{608762ED-616D-485E-98BC-56043D0E359E}" destId="{00FA50A2-DB6B-4F53-AAA0-637CC21A27C5}" srcOrd="1" destOrd="0" parTransId="{9E204CF1-5C21-4762-8F8A-FA49C02AD515}" sibTransId="{C04B6971-162B-4F5F-92D3-CCA012BE061B}"/>
    <dgm:cxn modelId="{0EA11560-89D8-481C-81E4-2C80CD70A265}" srcId="{608762ED-616D-485E-98BC-56043D0E359E}" destId="{674C8AAD-1C9B-4170-AF0A-100723C31AFA}" srcOrd="0" destOrd="0" parTransId="{E970DE08-5144-4B50-94CC-AC1356C026EC}" sibTransId="{A1FFDC2C-84DD-45D1-BB7B-E7BA6DC0CC06}"/>
    <dgm:cxn modelId="{D83A9964-6351-43ED-A2C8-B2458934E751}" type="presOf" srcId="{00FA50A2-DB6B-4F53-AAA0-637CC21A27C5}" destId="{DCB5BB7F-BEDA-4639-ACC9-2597486E37EB}" srcOrd="1" destOrd="0" presId="urn:microsoft.com/office/officeart/2005/8/layout/vProcess5"/>
    <dgm:cxn modelId="{57D0C17D-6E36-4243-A185-5D254F7F2B9E}" type="presOf" srcId="{C81A10AE-2BDA-48E3-B6D0-72377231A65E}" destId="{28B46AEF-BC0F-43E2-8DEA-09567933149D}" srcOrd="0" destOrd="0" presId="urn:microsoft.com/office/officeart/2005/8/layout/vProcess5"/>
    <dgm:cxn modelId="{CFECEF83-1ADB-4824-91FC-B5B41118E842}" type="presOf" srcId="{A5C89BA1-D6C7-47B2-9996-936E903C90E7}" destId="{A3984499-AB58-43E7-93EA-8C917B9E885E}" srcOrd="0" destOrd="0" presId="urn:microsoft.com/office/officeart/2005/8/layout/vProcess5"/>
    <dgm:cxn modelId="{6C4C2EB9-338F-4955-BAFD-8137C8075524}" type="presOf" srcId="{D08FFB46-9522-4394-A5AF-DC6D2DE85FCC}" destId="{47484FF2-4FA5-48E0-A7E5-28CFF6C8ECD5}" srcOrd="0" destOrd="0" presId="urn:microsoft.com/office/officeart/2005/8/layout/vProcess5"/>
    <dgm:cxn modelId="{DB9DADC2-4DAC-477B-862C-663E34547301}" type="presOf" srcId="{C04B6971-162B-4F5F-92D3-CCA012BE061B}" destId="{F1888B6B-257C-4D75-8DCB-C9301A223E1F}" srcOrd="0" destOrd="0" presId="urn:microsoft.com/office/officeart/2005/8/layout/vProcess5"/>
    <dgm:cxn modelId="{B5412FD3-07F1-47E4-8F49-6D07B7672491}" type="presOf" srcId="{9710138B-E881-4E8D-A42D-45528515425A}" destId="{26205DD4-8F92-4395-86CA-7C5553C9A995}" srcOrd="0" destOrd="0" presId="urn:microsoft.com/office/officeart/2005/8/layout/vProcess5"/>
    <dgm:cxn modelId="{A5DD66F0-86DD-4BD5-B2B2-1A42EC5C42E0}" type="presOf" srcId="{608762ED-616D-485E-98BC-56043D0E359E}" destId="{B4ADD844-1C15-4575-B106-4A3CCB7FF3FF}" srcOrd="0" destOrd="0" presId="urn:microsoft.com/office/officeart/2005/8/layout/vProcess5"/>
    <dgm:cxn modelId="{2AD5C4F4-FD0B-4539-9AD8-55EB123E17A6}" type="presOf" srcId="{F7EAB858-EA12-43BC-B115-07AABC66D542}" destId="{47AD475D-8731-4740-814B-647EF4606FEF}" srcOrd="0" destOrd="0" presId="urn:microsoft.com/office/officeart/2005/8/layout/vProcess5"/>
    <dgm:cxn modelId="{2CA458F8-B7DE-4653-BA5A-F799B0033A1D}" type="presOf" srcId="{674C8AAD-1C9B-4170-AF0A-100723C31AFA}" destId="{3CD3DDAF-0250-4C9A-9D51-30500F7D8BD6}" srcOrd="0" destOrd="0" presId="urn:microsoft.com/office/officeart/2005/8/layout/vProcess5"/>
    <dgm:cxn modelId="{1C6BEA7D-0F3B-4DB1-96CE-A9D9C1FE4D67}" type="presParOf" srcId="{B4ADD844-1C15-4575-B106-4A3CCB7FF3FF}" destId="{4B8C464E-BA09-4A5A-9E5E-BA023216D3B6}" srcOrd="0" destOrd="0" presId="urn:microsoft.com/office/officeart/2005/8/layout/vProcess5"/>
    <dgm:cxn modelId="{AECCD52D-17D2-463D-A0AF-4D954A64B7C2}" type="presParOf" srcId="{B4ADD844-1C15-4575-B106-4A3CCB7FF3FF}" destId="{3CD3DDAF-0250-4C9A-9D51-30500F7D8BD6}" srcOrd="1" destOrd="0" presId="urn:microsoft.com/office/officeart/2005/8/layout/vProcess5"/>
    <dgm:cxn modelId="{6FA11313-4F47-4E17-ADDA-417157EA92A1}" type="presParOf" srcId="{B4ADD844-1C15-4575-B106-4A3CCB7FF3FF}" destId="{EF31D519-4007-4978-A560-5EFC28E3EFCC}" srcOrd="2" destOrd="0" presId="urn:microsoft.com/office/officeart/2005/8/layout/vProcess5"/>
    <dgm:cxn modelId="{E7A4C82D-32B8-4833-A9CB-92261B44A919}" type="presParOf" srcId="{B4ADD844-1C15-4575-B106-4A3CCB7FF3FF}" destId="{47AD475D-8731-4740-814B-647EF4606FEF}" srcOrd="3" destOrd="0" presId="urn:microsoft.com/office/officeart/2005/8/layout/vProcess5"/>
    <dgm:cxn modelId="{3910B6F5-9AA6-4F68-9EDB-794748D6704A}" type="presParOf" srcId="{B4ADD844-1C15-4575-B106-4A3CCB7FF3FF}" destId="{A3984499-AB58-43E7-93EA-8C917B9E885E}" srcOrd="4" destOrd="0" presId="urn:microsoft.com/office/officeart/2005/8/layout/vProcess5"/>
    <dgm:cxn modelId="{B8BF2C13-2E05-4D1B-81A5-488DDCDEA9B9}" type="presParOf" srcId="{B4ADD844-1C15-4575-B106-4A3CCB7FF3FF}" destId="{47484FF2-4FA5-48E0-A7E5-28CFF6C8ECD5}" srcOrd="5" destOrd="0" presId="urn:microsoft.com/office/officeart/2005/8/layout/vProcess5"/>
    <dgm:cxn modelId="{24A50770-8EED-4594-9D45-1D387152C3C7}" type="presParOf" srcId="{B4ADD844-1C15-4575-B106-4A3CCB7FF3FF}" destId="{31DDF128-7F52-4AFE-868E-000E9C504807}" srcOrd="6" destOrd="0" presId="urn:microsoft.com/office/officeart/2005/8/layout/vProcess5"/>
    <dgm:cxn modelId="{74223140-166B-4052-93E9-E9785EC0559D}" type="presParOf" srcId="{B4ADD844-1C15-4575-B106-4A3CCB7FF3FF}" destId="{F1888B6B-257C-4D75-8DCB-C9301A223E1F}" srcOrd="7" destOrd="0" presId="urn:microsoft.com/office/officeart/2005/8/layout/vProcess5"/>
    <dgm:cxn modelId="{9EFB282C-2165-4FA8-8684-A96AEC659E0C}" type="presParOf" srcId="{B4ADD844-1C15-4575-B106-4A3CCB7FF3FF}" destId="{28B46AEF-BC0F-43E2-8DEA-09567933149D}" srcOrd="8" destOrd="0" presId="urn:microsoft.com/office/officeart/2005/8/layout/vProcess5"/>
    <dgm:cxn modelId="{C5247C29-1A86-4953-B09F-B9E43C1748F1}" type="presParOf" srcId="{B4ADD844-1C15-4575-B106-4A3CCB7FF3FF}" destId="{26205DD4-8F92-4395-86CA-7C5553C9A995}" srcOrd="9" destOrd="0" presId="urn:microsoft.com/office/officeart/2005/8/layout/vProcess5"/>
    <dgm:cxn modelId="{7622937B-D32E-4088-B1C8-77A21447EEA0}" type="presParOf" srcId="{B4ADD844-1C15-4575-B106-4A3CCB7FF3FF}" destId="{24CFC0A6-73CC-4800-93EB-A1C8DB2EB0FF}" srcOrd="10" destOrd="0" presId="urn:microsoft.com/office/officeart/2005/8/layout/vProcess5"/>
    <dgm:cxn modelId="{EB660D44-08CA-4A44-B7A0-A659F65FBC4E}" type="presParOf" srcId="{B4ADD844-1C15-4575-B106-4A3CCB7FF3FF}" destId="{DCB5BB7F-BEDA-4639-ACC9-2597486E37EB}" srcOrd="11" destOrd="0" presId="urn:microsoft.com/office/officeart/2005/8/layout/vProcess5"/>
    <dgm:cxn modelId="{CFAC9C8F-80B3-48C5-84FC-6DE9DC03269D}" type="presParOf" srcId="{B4ADD844-1C15-4575-B106-4A3CCB7FF3FF}" destId="{9630866F-DB54-4639-826B-EF5CDF690654}" srcOrd="12" destOrd="0" presId="urn:microsoft.com/office/officeart/2005/8/layout/vProcess5"/>
    <dgm:cxn modelId="{B470AE5D-157B-4609-AFD1-A237A76622B4}" type="presParOf" srcId="{B4ADD844-1C15-4575-B106-4A3CCB7FF3FF}" destId="{74813A22-AB5B-4F35-871A-1ABFBE6C60A0}" srcOrd="13" destOrd="0" presId="urn:microsoft.com/office/officeart/2005/8/layout/vProcess5"/>
    <dgm:cxn modelId="{199135F8-AEE9-4110-B8DB-D9D6770599E7}" type="presParOf" srcId="{B4ADD844-1C15-4575-B106-4A3CCB7FF3FF}" destId="{15A1F0A3-948A-44BC-9543-BD2711D2FD1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B9FCB0-356B-47F6-963C-B99CC34068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7DB2DA3-A34D-4FC7-91B6-0F003B4747E0}">
      <dgm:prSet/>
      <dgm:spPr/>
      <dgm:t>
        <a:bodyPr/>
        <a:lstStyle/>
        <a:p>
          <a:pPr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Python</a:t>
          </a:r>
        </a:p>
      </dgm:t>
    </dgm:pt>
    <dgm:pt modelId="{B750B0F4-3803-444D-B97A-3D27BC8153E5}" type="parTrans" cxnId="{9C5BE4B7-65BD-4A28-93F1-5D0620FE9245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9D2E34-C640-412C-87B9-D3F5A60CDDB8}" type="sibTrans" cxnId="{9C5BE4B7-65BD-4A28-93F1-5D0620FE9245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EE31E5-454F-4ACD-9395-EFFCA9C0EE57}">
      <dgm:prSet/>
      <dgm:spPr/>
      <dgm:t>
        <a:bodyPr/>
        <a:lstStyle/>
        <a:p>
          <a:pPr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CNN-based deep learning models</a:t>
          </a:r>
        </a:p>
      </dgm:t>
    </dgm:pt>
    <dgm:pt modelId="{FDEB6410-8A32-4924-ABC7-5A5DD4FF09AF}" type="parTrans" cxnId="{FE9EFE1D-B10E-4E04-9BB9-3081582476D8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0472ED-3E63-4ABB-8518-FEF345F85E08}" type="sibTrans" cxnId="{FE9EFE1D-B10E-4E04-9BB9-3081582476D8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F25533-2CC6-4CC3-AABC-2820C1EDA661}">
      <dgm:prSet/>
      <dgm:spPr/>
      <dgm:t>
        <a:bodyPr/>
        <a:lstStyle/>
        <a:p>
          <a:pPr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YOLO-based object detection</a:t>
          </a:r>
        </a:p>
      </dgm:t>
    </dgm:pt>
    <dgm:pt modelId="{742BCD84-D2FC-4B78-94B6-1B658467F566}" type="parTrans" cxnId="{2A95A9D2-9D7C-4D89-AF0E-0C504DB8AB4B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54286-0763-4588-833B-A952919EE454}" type="sibTrans" cxnId="{2A95A9D2-9D7C-4D89-AF0E-0C504DB8AB4B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F97446-6F09-43AD-800D-F33466D7D50A}">
      <dgm:prSet/>
      <dgm:spPr/>
      <dgm:t>
        <a:bodyPr/>
        <a:lstStyle/>
        <a:p>
          <a:pPr>
            <a:defRPr cap="all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Image preprocessing </a:t>
          </a:r>
        </a:p>
        <a:p>
          <a:pPr>
            <a:defRPr cap="all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and </a:t>
          </a:r>
        </a:p>
        <a:p>
          <a:pPr>
            <a:defRPr cap="all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augmentation</a:t>
          </a:r>
        </a:p>
      </dgm:t>
    </dgm:pt>
    <dgm:pt modelId="{6DE63117-57EC-4B04-9328-70D8249F2212}" type="parTrans" cxnId="{93745658-C450-45AC-854F-06C66BC94128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B66BA4-293F-41C7-81C4-CD749BA46840}" type="sibTrans" cxnId="{93745658-C450-45AC-854F-06C66BC94128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D9EC6B-6972-4B00-B7BC-93DC85BCF6C1}">
      <dgm:prSet/>
      <dgm:spPr/>
      <dgm:t>
        <a:bodyPr/>
        <a:lstStyle/>
        <a:p>
          <a:pPr>
            <a:defRPr cap="all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Keypoint / pose estimation models</a:t>
          </a:r>
        </a:p>
      </dgm:t>
    </dgm:pt>
    <dgm:pt modelId="{74CF4AFA-4DDE-4122-8A89-6DAB2C983F8E}" type="sibTrans" cxnId="{81B1511B-C99D-4CE3-9386-7F11F8C8CE29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CCB491-A918-40B1-93C3-F7E11D651F22}" type="parTrans" cxnId="{81B1511B-C99D-4CE3-9386-7F11F8C8CE29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2E5EF0-C37A-4A8B-A700-248AA98D4FDB}" type="pres">
      <dgm:prSet presAssocID="{AFB9FCB0-356B-47F6-963C-B99CC34068B1}" presName="root" presStyleCnt="0">
        <dgm:presLayoutVars>
          <dgm:dir/>
          <dgm:resizeHandles val="exact"/>
        </dgm:presLayoutVars>
      </dgm:prSet>
      <dgm:spPr/>
    </dgm:pt>
    <dgm:pt modelId="{63684017-7ECE-4530-A3F7-6309BFC33AD9}" type="pres">
      <dgm:prSet presAssocID="{37DB2DA3-A34D-4FC7-91B6-0F003B4747E0}" presName="compNode" presStyleCnt="0"/>
      <dgm:spPr/>
    </dgm:pt>
    <dgm:pt modelId="{6AD877A7-6E6F-42CF-B174-F1B9436B4941}" type="pres">
      <dgm:prSet presAssocID="{37DB2DA3-A34D-4FC7-91B6-0F003B4747E0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D724826-4325-4C8D-9F26-C35B620AC738}" type="pres">
      <dgm:prSet presAssocID="{37DB2DA3-A34D-4FC7-91B6-0F003B4747E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F0454DC-2EBC-4B49-B123-00E937251AD1}" type="pres">
      <dgm:prSet presAssocID="{37DB2DA3-A34D-4FC7-91B6-0F003B4747E0}" presName="spaceRect" presStyleCnt="0"/>
      <dgm:spPr/>
    </dgm:pt>
    <dgm:pt modelId="{D50505CB-9B58-4207-A7ED-AA1F4096919C}" type="pres">
      <dgm:prSet presAssocID="{37DB2DA3-A34D-4FC7-91B6-0F003B4747E0}" presName="textRect" presStyleLbl="revTx" presStyleIdx="0" presStyleCnt="5">
        <dgm:presLayoutVars>
          <dgm:chMax val="1"/>
          <dgm:chPref val="1"/>
        </dgm:presLayoutVars>
      </dgm:prSet>
      <dgm:spPr/>
    </dgm:pt>
    <dgm:pt modelId="{7E12E5F2-1E75-4075-9BBE-EACEC614A9A2}" type="pres">
      <dgm:prSet presAssocID="{B19D2E34-C640-412C-87B9-D3F5A60CDDB8}" presName="sibTrans" presStyleCnt="0"/>
      <dgm:spPr/>
    </dgm:pt>
    <dgm:pt modelId="{AE53C5DA-B732-4CA8-B9B8-7B4E3C4D66CE}" type="pres">
      <dgm:prSet presAssocID="{9EEE31E5-454F-4ACD-9395-EFFCA9C0EE57}" presName="compNode" presStyleCnt="0"/>
      <dgm:spPr/>
    </dgm:pt>
    <dgm:pt modelId="{6CB9ED4B-F9CA-4BD9-B884-7AB953FC0013}" type="pres">
      <dgm:prSet presAssocID="{9EEE31E5-454F-4ACD-9395-EFFCA9C0EE57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1E4BFEC-24D9-4792-A32B-B275E009F5AA}" type="pres">
      <dgm:prSet presAssocID="{9EEE31E5-454F-4ACD-9395-EFFCA9C0EE5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E22254F-552D-4F06-BBAF-71F3D80785DC}" type="pres">
      <dgm:prSet presAssocID="{9EEE31E5-454F-4ACD-9395-EFFCA9C0EE57}" presName="spaceRect" presStyleCnt="0"/>
      <dgm:spPr/>
    </dgm:pt>
    <dgm:pt modelId="{00A05590-09EF-4118-9F68-659F56399DB2}" type="pres">
      <dgm:prSet presAssocID="{9EEE31E5-454F-4ACD-9395-EFFCA9C0EE57}" presName="textRect" presStyleLbl="revTx" presStyleIdx="1" presStyleCnt="5">
        <dgm:presLayoutVars>
          <dgm:chMax val="1"/>
          <dgm:chPref val="1"/>
        </dgm:presLayoutVars>
      </dgm:prSet>
      <dgm:spPr/>
    </dgm:pt>
    <dgm:pt modelId="{71BBFBC4-8FBF-4A76-B31F-B1BAF8F08EEE}" type="pres">
      <dgm:prSet presAssocID="{A80472ED-3E63-4ABB-8518-FEF345F85E08}" presName="sibTrans" presStyleCnt="0"/>
      <dgm:spPr/>
    </dgm:pt>
    <dgm:pt modelId="{4E6370CB-90F0-418F-B4D7-B30FC444FE22}" type="pres">
      <dgm:prSet presAssocID="{D3F25533-2CC6-4CC3-AABC-2820C1EDA661}" presName="compNode" presStyleCnt="0"/>
      <dgm:spPr/>
    </dgm:pt>
    <dgm:pt modelId="{98EB5DEE-2407-41ED-B577-0E89C17B1C59}" type="pres">
      <dgm:prSet presAssocID="{D3F25533-2CC6-4CC3-AABC-2820C1EDA66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FA453BC-D540-4A7B-AA35-D1D39A33267E}" type="pres">
      <dgm:prSet presAssocID="{D3F25533-2CC6-4CC3-AABC-2820C1EDA66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69C5334-9679-4889-BAE8-A8F2F4579D0B}" type="pres">
      <dgm:prSet presAssocID="{D3F25533-2CC6-4CC3-AABC-2820C1EDA661}" presName="spaceRect" presStyleCnt="0"/>
      <dgm:spPr/>
    </dgm:pt>
    <dgm:pt modelId="{8B37CA74-2C93-4452-8E78-79592095653D}" type="pres">
      <dgm:prSet presAssocID="{D3F25533-2CC6-4CC3-AABC-2820C1EDA661}" presName="textRect" presStyleLbl="revTx" presStyleIdx="2" presStyleCnt="5">
        <dgm:presLayoutVars>
          <dgm:chMax val="1"/>
          <dgm:chPref val="1"/>
        </dgm:presLayoutVars>
      </dgm:prSet>
      <dgm:spPr/>
    </dgm:pt>
    <dgm:pt modelId="{8B292B58-61D0-4648-A268-08D7E1D64B0F}" type="pres">
      <dgm:prSet presAssocID="{D6754286-0763-4588-833B-A952919EE454}" presName="sibTrans" presStyleCnt="0"/>
      <dgm:spPr/>
    </dgm:pt>
    <dgm:pt modelId="{6E2C39C4-13C4-4EAC-9061-AF2F8E8D19B7}" type="pres">
      <dgm:prSet presAssocID="{35D9EC6B-6972-4B00-B7BC-93DC85BCF6C1}" presName="compNode" presStyleCnt="0"/>
      <dgm:spPr/>
    </dgm:pt>
    <dgm:pt modelId="{96F69381-EFE0-4FFC-B8CB-074B2D00771B}" type="pres">
      <dgm:prSet presAssocID="{35D9EC6B-6972-4B00-B7BC-93DC85BCF6C1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6A37FCD-FDAC-4830-BD74-41CD84EE7D64}" type="pres">
      <dgm:prSet presAssocID="{35D9EC6B-6972-4B00-B7BC-93DC85BCF6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35166BA-120E-4BAC-A95F-063CC8381F51}" type="pres">
      <dgm:prSet presAssocID="{35D9EC6B-6972-4B00-B7BC-93DC85BCF6C1}" presName="spaceRect" presStyleCnt="0"/>
      <dgm:spPr/>
    </dgm:pt>
    <dgm:pt modelId="{4CCAAA84-FF54-4E4F-9538-0579471B75D5}" type="pres">
      <dgm:prSet presAssocID="{35D9EC6B-6972-4B00-B7BC-93DC85BCF6C1}" presName="textRect" presStyleLbl="revTx" presStyleIdx="3" presStyleCnt="5">
        <dgm:presLayoutVars>
          <dgm:chMax val="1"/>
          <dgm:chPref val="1"/>
        </dgm:presLayoutVars>
      </dgm:prSet>
      <dgm:spPr/>
    </dgm:pt>
    <dgm:pt modelId="{4059FCCB-68EC-4D6D-BE8E-601C5E058807}" type="pres">
      <dgm:prSet presAssocID="{74CF4AFA-4DDE-4122-8A89-6DAB2C983F8E}" presName="sibTrans" presStyleCnt="0"/>
      <dgm:spPr/>
    </dgm:pt>
    <dgm:pt modelId="{E2F445F8-0BD8-43E9-B596-F9820E8D6C51}" type="pres">
      <dgm:prSet presAssocID="{5AF97446-6F09-43AD-800D-F33466D7D50A}" presName="compNode" presStyleCnt="0"/>
      <dgm:spPr/>
    </dgm:pt>
    <dgm:pt modelId="{C533DA10-1DB5-4CC0-8106-F2D457E25C29}" type="pres">
      <dgm:prSet presAssocID="{5AF97446-6F09-43AD-800D-F33466D7D50A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556CC93-FE84-489A-8C9A-C913BBBB1105}" type="pres">
      <dgm:prSet presAssocID="{5AF97446-6F09-43AD-800D-F33466D7D50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358095-6034-43A1-B808-62A4C1D74DB9}" type="pres">
      <dgm:prSet presAssocID="{5AF97446-6F09-43AD-800D-F33466D7D50A}" presName="spaceRect" presStyleCnt="0"/>
      <dgm:spPr/>
    </dgm:pt>
    <dgm:pt modelId="{FA8AFF58-9E23-45D4-8851-27C496023FFF}" type="pres">
      <dgm:prSet presAssocID="{5AF97446-6F09-43AD-800D-F33466D7D50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1B1511B-C99D-4CE3-9386-7F11F8C8CE29}" srcId="{AFB9FCB0-356B-47F6-963C-B99CC34068B1}" destId="{35D9EC6B-6972-4B00-B7BC-93DC85BCF6C1}" srcOrd="3" destOrd="0" parTransId="{A3CCB491-A918-40B1-93C3-F7E11D651F22}" sibTransId="{74CF4AFA-4DDE-4122-8A89-6DAB2C983F8E}"/>
    <dgm:cxn modelId="{FE9EFE1D-B10E-4E04-9BB9-3081582476D8}" srcId="{AFB9FCB0-356B-47F6-963C-B99CC34068B1}" destId="{9EEE31E5-454F-4ACD-9395-EFFCA9C0EE57}" srcOrd="1" destOrd="0" parTransId="{FDEB6410-8A32-4924-ABC7-5A5DD4FF09AF}" sibTransId="{A80472ED-3E63-4ABB-8518-FEF345F85E08}"/>
    <dgm:cxn modelId="{E4A27E29-BF87-49AA-9467-C68023B6F05E}" type="presOf" srcId="{D3F25533-2CC6-4CC3-AABC-2820C1EDA661}" destId="{8B37CA74-2C93-4452-8E78-79592095653D}" srcOrd="0" destOrd="0" presId="urn:microsoft.com/office/officeart/2018/5/layout/IconLeafLabelList"/>
    <dgm:cxn modelId="{025C0636-0479-4081-9BB4-E04C51896225}" type="presOf" srcId="{35D9EC6B-6972-4B00-B7BC-93DC85BCF6C1}" destId="{4CCAAA84-FF54-4E4F-9538-0579471B75D5}" srcOrd="0" destOrd="0" presId="urn:microsoft.com/office/officeart/2018/5/layout/IconLeafLabelList"/>
    <dgm:cxn modelId="{BC697A5D-D7D2-4960-B73B-CCA5286FD82D}" type="presOf" srcId="{AFB9FCB0-356B-47F6-963C-B99CC34068B1}" destId="{B82E5EF0-C37A-4A8B-A700-248AA98D4FDB}" srcOrd="0" destOrd="0" presId="urn:microsoft.com/office/officeart/2018/5/layout/IconLeafLabelList"/>
    <dgm:cxn modelId="{00279C68-DE25-42E8-B0FB-0EA1DD900F86}" type="presOf" srcId="{37DB2DA3-A34D-4FC7-91B6-0F003B4747E0}" destId="{D50505CB-9B58-4207-A7ED-AA1F4096919C}" srcOrd="0" destOrd="0" presId="urn:microsoft.com/office/officeart/2018/5/layout/IconLeafLabelList"/>
    <dgm:cxn modelId="{73699776-F471-4BCB-B9FC-4BDB280E6F54}" type="presOf" srcId="{9EEE31E5-454F-4ACD-9395-EFFCA9C0EE57}" destId="{00A05590-09EF-4118-9F68-659F56399DB2}" srcOrd="0" destOrd="0" presId="urn:microsoft.com/office/officeart/2018/5/layout/IconLeafLabelList"/>
    <dgm:cxn modelId="{93745658-C450-45AC-854F-06C66BC94128}" srcId="{AFB9FCB0-356B-47F6-963C-B99CC34068B1}" destId="{5AF97446-6F09-43AD-800D-F33466D7D50A}" srcOrd="4" destOrd="0" parTransId="{6DE63117-57EC-4B04-9328-70D8249F2212}" sibTransId="{9EB66BA4-293F-41C7-81C4-CD749BA46840}"/>
    <dgm:cxn modelId="{9C5BE4B7-65BD-4A28-93F1-5D0620FE9245}" srcId="{AFB9FCB0-356B-47F6-963C-B99CC34068B1}" destId="{37DB2DA3-A34D-4FC7-91B6-0F003B4747E0}" srcOrd="0" destOrd="0" parTransId="{B750B0F4-3803-444D-B97A-3D27BC8153E5}" sibTransId="{B19D2E34-C640-412C-87B9-D3F5A60CDDB8}"/>
    <dgm:cxn modelId="{4EC8F7C8-80B7-4269-92A3-E82D0EE24C7E}" type="presOf" srcId="{5AF97446-6F09-43AD-800D-F33466D7D50A}" destId="{FA8AFF58-9E23-45D4-8851-27C496023FFF}" srcOrd="0" destOrd="0" presId="urn:microsoft.com/office/officeart/2018/5/layout/IconLeafLabelList"/>
    <dgm:cxn modelId="{2A95A9D2-9D7C-4D89-AF0E-0C504DB8AB4B}" srcId="{AFB9FCB0-356B-47F6-963C-B99CC34068B1}" destId="{D3F25533-2CC6-4CC3-AABC-2820C1EDA661}" srcOrd="2" destOrd="0" parTransId="{742BCD84-D2FC-4B78-94B6-1B658467F566}" sibTransId="{D6754286-0763-4588-833B-A952919EE454}"/>
    <dgm:cxn modelId="{C6D6FF12-7E80-4DEE-BEBA-A0EA0B6A8FCE}" type="presParOf" srcId="{B82E5EF0-C37A-4A8B-A700-248AA98D4FDB}" destId="{63684017-7ECE-4530-A3F7-6309BFC33AD9}" srcOrd="0" destOrd="0" presId="urn:microsoft.com/office/officeart/2018/5/layout/IconLeafLabelList"/>
    <dgm:cxn modelId="{879A2D41-9F30-4A07-A57D-F7BDADB90E4B}" type="presParOf" srcId="{63684017-7ECE-4530-A3F7-6309BFC33AD9}" destId="{6AD877A7-6E6F-42CF-B174-F1B9436B4941}" srcOrd="0" destOrd="0" presId="urn:microsoft.com/office/officeart/2018/5/layout/IconLeafLabelList"/>
    <dgm:cxn modelId="{106B12C1-2892-49CA-8E80-0148136529B7}" type="presParOf" srcId="{63684017-7ECE-4530-A3F7-6309BFC33AD9}" destId="{6D724826-4325-4C8D-9F26-C35B620AC738}" srcOrd="1" destOrd="0" presId="urn:microsoft.com/office/officeart/2018/5/layout/IconLeafLabelList"/>
    <dgm:cxn modelId="{05295BA7-9DA1-4680-AA4C-8CF1B8D31C7E}" type="presParOf" srcId="{63684017-7ECE-4530-A3F7-6309BFC33AD9}" destId="{0F0454DC-2EBC-4B49-B123-00E937251AD1}" srcOrd="2" destOrd="0" presId="urn:microsoft.com/office/officeart/2018/5/layout/IconLeafLabelList"/>
    <dgm:cxn modelId="{EEFECF5F-C085-477C-86E6-A24BC9957C84}" type="presParOf" srcId="{63684017-7ECE-4530-A3F7-6309BFC33AD9}" destId="{D50505CB-9B58-4207-A7ED-AA1F4096919C}" srcOrd="3" destOrd="0" presId="urn:microsoft.com/office/officeart/2018/5/layout/IconLeafLabelList"/>
    <dgm:cxn modelId="{2640398A-ED0D-4675-B33A-C627BDF48C1E}" type="presParOf" srcId="{B82E5EF0-C37A-4A8B-A700-248AA98D4FDB}" destId="{7E12E5F2-1E75-4075-9BBE-EACEC614A9A2}" srcOrd="1" destOrd="0" presId="urn:microsoft.com/office/officeart/2018/5/layout/IconLeafLabelList"/>
    <dgm:cxn modelId="{33C1EB75-D547-4663-B1CC-8BE489BB5B35}" type="presParOf" srcId="{B82E5EF0-C37A-4A8B-A700-248AA98D4FDB}" destId="{AE53C5DA-B732-4CA8-B9B8-7B4E3C4D66CE}" srcOrd="2" destOrd="0" presId="urn:microsoft.com/office/officeart/2018/5/layout/IconLeafLabelList"/>
    <dgm:cxn modelId="{F16FB069-ACB2-4BD8-A72D-2D8C0614FBDD}" type="presParOf" srcId="{AE53C5DA-B732-4CA8-B9B8-7B4E3C4D66CE}" destId="{6CB9ED4B-F9CA-4BD9-B884-7AB953FC0013}" srcOrd="0" destOrd="0" presId="urn:microsoft.com/office/officeart/2018/5/layout/IconLeafLabelList"/>
    <dgm:cxn modelId="{2B171469-F2AD-46F3-88E6-FEA75A319AAE}" type="presParOf" srcId="{AE53C5DA-B732-4CA8-B9B8-7B4E3C4D66CE}" destId="{41E4BFEC-24D9-4792-A32B-B275E009F5AA}" srcOrd="1" destOrd="0" presId="urn:microsoft.com/office/officeart/2018/5/layout/IconLeafLabelList"/>
    <dgm:cxn modelId="{3BF893DC-9B0C-46CF-962B-E9A4101610B0}" type="presParOf" srcId="{AE53C5DA-B732-4CA8-B9B8-7B4E3C4D66CE}" destId="{1E22254F-552D-4F06-BBAF-71F3D80785DC}" srcOrd="2" destOrd="0" presId="urn:microsoft.com/office/officeart/2018/5/layout/IconLeafLabelList"/>
    <dgm:cxn modelId="{F40EF984-6BA5-4F11-AA46-D347024D8D9C}" type="presParOf" srcId="{AE53C5DA-B732-4CA8-B9B8-7B4E3C4D66CE}" destId="{00A05590-09EF-4118-9F68-659F56399DB2}" srcOrd="3" destOrd="0" presId="urn:microsoft.com/office/officeart/2018/5/layout/IconLeafLabelList"/>
    <dgm:cxn modelId="{11B8AA0F-1B06-420C-A9F0-5BE11E0C3CE3}" type="presParOf" srcId="{B82E5EF0-C37A-4A8B-A700-248AA98D4FDB}" destId="{71BBFBC4-8FBF-4A76-B31F-B1BAF8F08EEE}" srcOrd="3" destOrd="0" presId="urn:microsoft.com/office/officeart/2018/5/layout/IconLeafLabelList"/>
    <dgm:cxn modelId="{74B3B058-4109-4E65-A8BD-DEC2084D8499}" type="presParOf" srcId="{B82E5EF0-C37A-4A8B-A700-248AA98D4FDB}" destId="{4E6370CB-90F0-418F-B4D7-B30FC444FE22}" srcOrd="4" destOrd="0" presId="urn:microsoft.com/office/officeart/2018/5/layout/IconLeafLabelList"/>
    <dgm:cxn modelId="{E0F470B5-1883-4A78-ABEF-3DA6718B7116}" type="presParOf" srcId="{4E6370CB-90F0-418F-B4D7-B30FC444FE22}" destId="{98EB5DEE-2407-41ED-B577-0E89C17B1C59}" srcOrd="0" destOrd="0" presId="urn:microsoft.com/office/officeart/2018/5/layout/IconLeafLabelList"/>
    <dgm:cxn modelId="{F7122CD5-0626-48B4-89F9-85E64DC77756}" type="presParOf" srcId="{4E6370CB-90F0-418F-B4D7-B30FC444FE22}" destId="{2FA453BC-D540-4A7B-AA35-D1D39A33267E}" srcOrd="1" destOrd="0" presId="urn:microsoft.com/office/officeart/2018/5/layout/IconLeafLabelList"/>
    <dgm:cxn modelId="{3CF5ABB0-AFD5-4263-80E7-A5B98F41DE59}" type="presParOf" srcId="{4E6370CB-90F0-418F-B4D7-B30FC444FE22}" destId="{369C5334-9679-4889-BAE8-A8F2F4579D0B}" srcOrd="2" destOrd="0" presId="urn:microsoft.com/office/officeart/2018/5/layout/IconLeafLabelList"/>
    <dgm:cxn modelId="{B844077A-FE16-4221-81AC-1445F38D3870}" type="presParOf" srcId="{4E6370CB-90F0-418F-B4D7-B30FC444FE22}" destId="{8B37CA74-2C93-4452-8E78-79592095653D}" srcOrd="3" destOrd="0" presId="urn:microsoft.com/office/officeart/2018/5/layout/IconLeafLabelList"/>
    <dgm:cxn modelId="{BBE492F3-7719-4ECD-8580-56E5D0B29D33}" type="presParOf" srcId="{B82E5EF0-C37A-4A8B-A700-248AA98D4FDB}" destId="{8B292B58-61D0-4648-A268-08D7E1D64B0F}" srcOrd="5" destOrd="0" presId="urn:microsoft.com/office/officeart/2018/5/layout/IconLeafLabelList"/>
    <dgm:cxn modelId="{729F5C91-AFE6-4E7F-93AA-EC0BFA846633}" type="presParOf" srcId="{B82E5EF0-C37A-4A8B-A700-248AA98D4FDB}" destId="{6E2C39C4-13C4-4EAC-9061-AF2F8E8D19B7}" srcOrd="6" destOrd="0" presId="urn:microsoft.com/office/officeart/2018/5/layout/IconLeafLabelList"/>
    <dgm:cxn modelId="{C28FD9E5-CD63-4C62-948B-9D18B2E7834F}" type="presParOf" srcId="{6E2C39C4-13C4-4EAC-9061-AF2F8E8D19B7}" destId="{96F69381-EFE0-4FFC-B8CB-074B2D00771B}" srcOrd="0" destOrd="0" presId="urn:microsoft.com/office/officeart/2018/5/layout/IconLeafLabelList"/>
    <dgm:cxn modelId="{026C407C-9AB7-4DD7-BADF-0701A1C31F0D}" type="presParOf" srcId="{6E2C39C4-13C4-4EAC-9061-AF2F8E8D19B7}" destId="{E6A37FCD-FDAC-4830-BD74-41CD84EE7D64}" srcOrd="1" destOrd="0" presId="urn:microsoft.com/office/officeart/2018/5/layout/IconLeafLabelList"/>
    <dgm:cxn modelId="{AAFFCE1B-B381-44A4-9FB5-FAB24B3B68BD}" type="presParOf" srcId="{6E2C39C4-13C4-4EAC-9061-AF2F8E8D19B7}" destId="{C35166BA-120E-4BAC-A95F-063CC8381F51}" srcOrd="2" destOrd="0" presId="urn:microsoft.com/office/officeart/2018/5/layout/IconLeafLabelList"/>
    <dgm:cxn modelId="{ADE43D85-998F-4DB2-B65A-CA51D309E75C}" type="presParOf" srcId="{6E2C39C4-13C4-4EAC-9061-AF2F8E8D19B7}" destId="{4CCAAA84-FF54-4E4F-9538-0579471B75D5}" srcOrd="3" destOrd="0" presId="urn:microsoft.com/office/officeart/2018/5/layout/IconLeafLabelList"/>
    <dgm:cxn modelId="{E9F62909-FBF8-4F19-9D96-D4A4163008BA}" type="presParOf" srcId="{B82E5EF0-C37A-4A8B-A700-248AA98D4FDB}" destId="{4059FCCB-68EC-4D6D-BE8E-601C5E058807}" srcOrd="7" destOrd="0" presId="urn:microsoft.com/office/officeart/2018/5/layout/IconLeafLabelList"/>
    <dgm:cxn modelId="{57216804-8187-492A-9632-8B858AEA2DC0}" type="presParOf" srcId="{B82E5EF0-C37A-4A8B-A700-248AA98D4FDB}" destId="{E2F445F8-0BD8-43E9-B596-F9820E8D6C51}" srcOrd="8" destOrd="0" presId="urn:microsoft.com/office/officeart/2018/5/layout/IconLeafLabelList"/>
    <dgm:cxn modelId="{FEFF70CB-9A13-4D3D-883D-D93E35D94060}" type="presParOf" srcId="{E2F445F8-0BD8-43E9-B596-F9820E8D6C51}" destId="{C533DA10-1DB5-4CC0-8106-F2D457E25C29}" srcOrd="0" destOrd="0" presId="urn:microsoft.com/office/officeart/2018/5/layout/IconLeafLabelList"/>
    <dgm:cxn modelId="{E86ED51A-8574-4F26-B9BB-A472BC3E80B0}" type="presParOf" srcId="{E2F445F8-0BD8-43E9-B596-F9820E8D6C51}" destId="{7556CC93-FE84-489A-8C9A-C913BBBB1105}" srcOrd="1" destOrd="0" presId="urn:microsoft.com/office/officeart/2018/5/layout/IconLeafLabelList"/>
    <dgm:cxn modelId="{81F03DC8-31AA-4597-8617-CE30D173C61D}" type="presParOf" srcId="{E2F445F8-0BD8-43E9-B596-F9820E8D6C51}" destId="{14358095-6034-43A1-B808-62A4C1D74DB9}" srcOrd="2" destOrd="0" presId="urn:microsoft.com/office/officeart/2018/5/layout/IconLeafLabelList"/>
    <dgm:cxn modelId="{8E7E823E-86F6-47E8-87BD-CE9301876006}" type="presParOf" srcId="{E2F445F8-0BD8-43E9-B596-F9820E8D6C51}" destId="{FA8AFF58-9E23-45D4-8851-27C496023FF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334DDD-7322-4A4C-906B-AB103556AAC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03D60B-01CE-4E2B-93D4-E992B35E6C3E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Smartphone cameras are sufficient</a:t>
          </a:r>
        </a:p>
      </dgm:t>
    </dgm:pt>
    <dgm:pt modelId="{34883332-AB51-43D4-95B0-6815337DA94D}" type="parTrans" cxnId="{E33BFFC8-2755-4844-AA42-33F536ED7E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2EDA-8B46-4DAC-A3CB-09B4C62B8FE5}" type="sibTrans" cxnId="{E33BFFC8-2755-4844-AA42-33F536ED7E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6263FA-7229-4201-87F7-652D6BF548E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Lightweight inference models possible</a:t>
          </a:r>
        </a:p>
      </dgm:t>
    </dgm:pt>
    <dgm:pt modelId="{7CBA7943-6AC3-40D7-A244-518A9FD5F185}" type="parTrans" cxnId="{6EB2E4C1-C3EC-4FF2-A87A-C8132F7B6D6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1415E6-D6C1-406F-99B3-76F5A3DF8D5E}" type="sibTrans" cxnId="{6EB2E4C1-C3EC-4FF2-A87A-C8132F7B6D6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2C775F-FB14-49DC-B4D3-60206ED3560F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No physical sensors required</a:t>
          </a:r>
        </a:p>
      </dgm:t>
    </dgm:pt>
    <dgm:pt modelId="{A18BE34A-8B7F-4F63-9F33-BE20E2A5C538}" type="parTrans" cxnId="{C7828583-1AB7-4009-9552-4ADE182A65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153B38-C508-400A-9D22-2E3E1D08C12F}" type="sibTrans" cxnId="{C7828583-1AB7-4009-9552-4ADE182A65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6E94DB-E541-4C45-BE0A-23CDD1D16BB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Low per-use operational cost</a:t>
          </a:r>
        </a:p>
      </dgm:t>
    </dgm:pt>
    <dgm:pt modelId="{EEDEB16A-3D9C-46FE-885B-694DC00B64EF}" type="parTrans" cxnId="{D4C6F79B-2F8F-44F5-AEE2-BBBCDDA32D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B626FC-494F-4BD5-9B4F-35D29525FBC9}" type="sibTrans" cxnId="{D4C6F79B-2F8F-44F5-AEE2-BBBCDDA32D4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1CCC72-BE99-4194-B6B9-F712FC498DAE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Scales across rural regions</a:t>
          </a:r>
        </a:p>
      </dgm:t>
    </dgm:pt>
    <dgm:pt modelId="{08C363AD-5E7E-41A3-A6EA-6F7B0EC2116D}" type="parTrans" cxnId="{AD47C763-10D0-42C9-BA6D-62D1529515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0D5235-BFC2-4410-9E66-CB6EC83CF6E8}" type="sibTrans" cxnId="{AD47C763-10D0-42C9-BA6D-62D1529515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55BAD9-A92D-45B5-A968-45618C9C93FD}" type="pres">
      <dgm:prSet presAssocID="{EE334DDD-7322-4A4C-906B-AB103556AACD}" presName="linear" presStyleCnt="0">
        <dgm:presLayoutVars>
          <dgm:dir/>
          <dgm:animLvl val="lvl"/>
          <dgm:resizeHandles val="exact"/>
        </dgm:presLayoutVars>
      </dgm:prSet>
      <dgm:spPr/>
    </dgm:pt>
    <dgm:pt modelId="{1900D1A4-24D7-47EE-8547-B59E36373993}" type="pres">
      <dgm:prSet presAssocID="{EF03D60B-01CE-4E2B-93D4-E992B35E6C3E}" presName="parentLin" presStyleCnt="0"/>
      <dgm:spPr/>
    </dgm:pt>
    <dgm:pt modelId="{90CD7BCC-315A-4EB5-9D25-063190F89471}" type="pres">
      <dgm:prSet presAssocID="{EF03D60B-01CE-4E2B-93D4-E992B35E6C3E}" presName="parentLeftMargin" presStyleLbl="node1" presStyleIdx="0" presStyleCnt="5"/>
      <dgm:spPr/>
    </dgm:pt>
    <dgm:pt modelId="{9158DB83-0AA9-4713-82C4-7D83A267D605}" type="pres">
      <dgm:prSet presAssocID="{EF03D60B-01CE-4E2B-93D4-E992B35E6C3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C8E98F7-2DB9-4F1B-ABC3-3EC6AB671B18}" type="pres">
      <dgm:prSet presAssocID="{EF03D60B-01CE-4E2B-93D4-E992B35E6C3E}" presName="negativeSpace" presStyleCnt="0"/>
      <dgm:spPr/>
    </dgm:pt>
    <dgm:pt modelId="{44C61B1B-855C-4921-ABD2-1469D07D1B23}" type="pres">
      <dgm:prSet presAssocID="{EF03D60B-01CE-4E2B-93D4-E992B35E6C3E}" presName="childText" presStyleLbl="conFgAcc1" presStyleIdx="0" presStyleCnt="5">
        <dgm:presLayoutVars>
          <dgm:bulletEnabled val="1"/>
        </dgm:presLayoutVars>
      </dgm:prSet>
      <dgm:spPr/>
    </dgm:pt>
    <dgm:pt modelId="{6DC8460B-2CEC-4BF1-965C-44C8E6324E27}" type="pres">
      <dgm:prSet presAssocID="{080A2EDA-8B46-4DAC-A3CB-09B4C62B8FE5}" presName="spaceBetweenRectangles" presStyleCnt="0"/>
      <dgm:spPr/>
    </dgm:pt>
    <dgm:pt modelId="{2843B741-01B4-4C88-A48E-EDAC1EE856CA}" type="pres">
      <dgm:prSet presAssocID="{7A6263FA-7229-4201-87F7-652D6BF548E4}" presName="parentLin" presStyleCnt="0"/>
      <dgm:spPr/>
    </dgm:pt>
    <dgm:pt modelId="{342B206F-9753-471C-A415-645CA0D2B07E}" type="pres">
      <dgm:prSet presAssocID="{7A6263FA-7229-4201-87F7-652D6BF548E4}" presName="parentLeftMargin" presStyleLbl="node1" presStyleIdx="0" presStyleCnt="5"/>
      <dgm:spPr/>
    </dgm:pt>
    <dgm:pt modelId="{A4E9ACFF-1ADD-4595-B776-BF66584A1329}" type="pres">
      <dgm:prSet presAssocID="{7A6263FA-7229-4201-87F7-652D6BF548E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E046D8-4DDA-4A47-B536-352DA796B09A}" type="pres">
      <dgm:prSet presAssocID="{7A6263FA-7229-4201-87F7-652D6BF548E4}" presName="negativeSpace" presStyleCnt="0"/>
      <dgm:spPr/>
    </dgm:pt>
    <dgm:pt modelId="{FB950331-8DC5-482E-A026-25BFD5807F10}" type="pres">
      <dgm:prSet presAssocID="{7A6263FA-7229-4201-87F7-652D6BF548E4}" presName="childText" presStyleLbl="conFgAcc1" presStyleIdx="1" presStyleCnt="5">
        <dgm:presLayoutVars>
          <dgm:bulletEnabled val="1"/>
        </dgm:presLayoutVars>
      </dgm:prSet>
      <dgm:spPr/>
    </dgm:pt>
    <dgm:pt modelId="{1D1422E9-2E88-498A-98D7-273E8E1467AA}" type="pres">
      <dgm:prSet presAssocID="{7A1415E6-D6C1-406F-99B3-76F5A3DF8D5E}" presName="spaceBetweenRectangles" presStyleCnt="0"/>
      <dgm:spPr/>
    </dgm:pt>
    <dgm:pt modelId="{293D3963-098E-445F-8BBF-9B041B697B12}" type="pres">
      <dgm:prSet presAssocID="{602C775F-FB14-49DC-B4D3-60206ED3560F}" presName="parentLin" presStyleCnt="0"/>
      <dgm:spPr/>
    </dgm:pt>
    <dgm:pt modelId="{2D8EA2CE-C6BB-470A-9DE6-9D3451A0E483}" type="pres">
      <dgm:prSet presAssocID="{602C775F-FB14-49DC-B4D3-60206ED3560F}" presName="parentLeftMargin" presStyleLbl="node1" presStyleIdx="1" presStyleCnt="5"/>
      <dgm:spPr/>
    </dgm:pt>
    <dgm:pt modelId="{00C833B7-AAF4-49D4-A99A-BB1373D5C61E}" type="pres">
      <dgm:prSet presAssocID="{602C775F-FB14-49DC-B4D3-60206ED3560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B2DA6D-C197-4845-8588-E4F1ECABE53D}" type="pres">
      <dgm:prSet presAssocID="{602C775F-FB14-49DC-B4D3-60206ED3560F}" presName="negativeSpace" presStyleCnt="0"/>
      <dgm:spPr/>
    </dgm:pt>
    <dgm:pt modelId="{28FA658F-7075-4833-8979-4F24EDF53FB7}" type="pres">
      <dgm:prSet presAssocID="{602C775F-FB14-49DC-B4D3-60206ED3560F}" presName="childText" presStyleLbl="conFgAcc1" presStyleIdx="2" presStyleCnt="5">
        <dgm:presLayoutVars>
          <dgm:bulletEnabled val="1"/>
        </dgm:presLayoutVars>
      </dgm:prSet>
      <dgm:spPr/>
    </dgm:pt>
    <dgm:pt modelId="{7BAA1E8B-1B88-4155-8705-A731843CBD04}" type="pres">
      <dgm:prSet presAssocID="{49153B38-C508-400A-9D22-2E3E1D08C12F}" presName="spaceBetweenRectangles" presStyleCnt="0"/>
      <dgm:spPr/>
    </dgm:pt>
    <dgm:pt modelId="{4F9FA843-3B59-43BE-88E3-FD3CA5E389F7}" type="pres">
      <dgm:prSet presAssocID="{F76E94DB-E541-4C45-BE0A-23CDD1D16BBB}" presName="parentLin" presStyleCnt="0"/>
      <dgm:spPr/>
    </dgm:pt>
    <dgm:pt modelId="{03FBA27F-34DA-4EFC-B20B-FCBED4A02EAE}" type="pres">
      <dgm:prSet presAssocID="{F76E94DB-E541-4C45-BE0A-23CDD1D16BBB}" presName="parentLeftMargin" presStyleLbl="node1" presStyleIdx="2" presStyleCnt="5"/>
      <dgm:spPr/>
    </dgm:pt>
    <dgm:pt modelId="{60C7BE30-5AA1-41A8-B471-5520A0778428}" type="pres">
      <dgm:prSet presAssocID="{F76E94DB-E541-4C45-BE0A-23CDD1D16BB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3DD1296-1CFD-45E0-BE4B-2CD82574E337}" type="pres">
      <dgm:prSet presAssocID="{F76E94DB-E541-4C45-BE0A-23CDD1D16BBB}" presName="negativeSpace" presStyleCnt="0"/>
      <dgm:spPr/>
    </dgm:pt>
    <dgm:pt modelId="{0C0C10F5-D6EE-431A-9DA1-50C08A18E4D7}" type="pres">
      <dgm:prSet presAssocID="{F76E94DB-E541-4C45-BE0A-23CDD1D16BBB}" presName="childText" presStyleLbl="conFgAcc1" presStyleIdx="3" presStyleCnt="5">
        <dgm:presLayoutVars>
          <dgm:bulletEnabled val="1"/>
        </dgm:presLayoutVars>
      </dgm:prSet>
      <dgm:spPr/>
    </dgm:pt>
    <dgm:pt modelId="{3F2A0EC4-E245-4EA6-847C-1474C1883841}" type="pres">
      <dgm:prSet presAssocID="{A6B626FC-494F-4BD5-9B4F-35D29525FBC9}" presName="spaceBetweenRectangles" presStyleCnt="0"/>
      <dgm:spPr/>
    </dgm:pt>
    <dgm:pt modelId="{B1880A0C-75AF-4DB6-B141-52FB5E27ABF7}" type="pres">
      <dgm:prSet presAssocID="{641CCC72-BE99-4194-B6B9-F712FC498DAE}" presName="parentLin" presStyleCnt="0"/>
      <dgm:spPr/>
    </dgm:pt>
    <dgm:pt modelId="{D63ECA27-16DD-4C35-920F-3E677A3F5B9C}" type="pres">
      <dgm:prSet presAssocID="{641CCC72-BE99-4194-B6B9-F712FC498DAE}" presName="parentLeftMargin" presStyleLbl="node1" presStyleIdx="3" presStyleCnt="5"/>
      <dgm:spPr/>
    </dgm:pt>
    <dgm:pt modelId="{EB22B797-6897-4BF9-8F4E-0F7297256068}" type="pres">
      <dgm:prSet presAssocID="{641CCC72-BE99-4194-B6B9-F712FC498DA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22103F1-0DE3-4F9D-A6FE-99F714ADE6DE}" type="pres">
      <dgm:prSet presAssocID="{641CCC72-BE99-4194-B6B9-F712FC498DAE}" presName="negativeSpace" presStyleCnt="0"/>
      <dgm:spPr/>
    </dgm:pt>
    <dgm:pt modelId="{45AD23C0-DE0A-4FE0-9CBE-1C1BA3E8B748}" type="pres">
      <dgm:prSet presAssocID="{641CCC72-BE99-4194-B6B9-F712FC498DA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302150C-0855-4B0E-A794-57F1482A2F09}" type="presOf" srcId="{F76E94DB-E541-4C45-BE0A-23CDD1D16BBB}" destId="{03FBA27F-34DA-4EFC-B20B-FCBED4A02EAE}" srcOrd="0" destOrd="0" presId="urn:microsoft.com/office/officeart/2005/8/layout/list1"/>
    <dgm:cxn modelId="{121D9324-4EAE-43BF-941A-6F7C8D9DAD50}" type="presOf" srcId="{F76E94DB-E541-4C45-BE0A-23CDD1D16BBB}" destId="{60C7BE30-5AA1-41A8-B471-5520A0778428}" srcOrd="1" destOrd="0" presId="urn:microsoft.com/office/officeart/2005/8/layout/list1"/>
    <dgm:cxn modelId="{BF728F3D-8F55-445A-BB8F-45BB47747322}" type="presOf" srcId="{EF03D60B-01CE-4E2B-93D4-E992B35E6C3E}" destId="{90CD7BCC-315A-4EB5-9D25-063190F89471}" srcOrd="0" destOrd="0" presId="urn:microsoft.com/office/officeart/2005/8/layout/list1"/>
    <dgm:cxn modelId="{FCAC3F62-67CF-4061-A354-07D2751172AA}" type="presOf" srcId="{602C775F-FB14-49DC-B4D3-60206ED3560F}" destId="{00C833B7-AAF4-49D4-A99A-BB1373D5C61E}" srcOrd="1" destOrd="0" presId="urn:microsoft.com/office/officeart/2005/8/layout/list1"/>
    <dgm:cxn modelId="{AD47C763-10D0-42C9-BA6D-62D1529515F8}" srcId="{EE334DDD-7322-4A4C-906B-AB103556AACD}" destId="{641CCC72-BE99-4194-B6B9-F712FC498DAE}" srcOrd="4" destOrd="0" parTransId="{08C363AD-5E7E-41A3-A6EA-6F7B0EC2116D}" sibTransId="{670D5235-BFC2-4410-9E66-CB6EC83CF6E8}"/>
    <dgm:cxn modelId="{5C11527F-DC51-477E-AB7D-3ED21DF5F146}" type="presOf" srcId="{602C775F-FB14-49DC-B4D3-60206ED3560F}" destId="{2D8EA2CE-C6BB-470A-9DE6-9D3451A0E483}" srcOrd="0" destOrd="0" presId="urn:microsoft.com/office/officeart/2005/8/layout/list1"/>
    <dgm:cxn modelId="{C7828583-1AB7-4009-9552-4ADE182A6529}" srcId="{EE334DDD-7322-4A4C-906B-AB103556AACD}" destId="{602C775F-FB14-49DC-B4D3-60206ED3560F}" srcOrd="2" destOrd="0" parTransId="{A18BE34A-8B7F-4F63-9F33-BE20E2A5C538}" sibTransId="{49153B38-C508-400A-9D22-2E3E1D08C12F}"/>
    <dgm:cxn modelId="{D735B586-971A-4D52-8A79-3C8216204D74}" type="presOf" srcId="{641CCC72-BE99-4194-B6B9-F712FC498DAE}" destId="{EB22B797-6897-4BF9-8F4E-0F7297256068}" srcOrd="1" destOrd="0" presId="urn:microsoft.com/office/officeart/2005/8/layout/list1"/>
    <dgm:cxn modelId="{D4C6F79B-2F8F-44F5-AEE2-BBBCDDA32D4A}" srcId="{EE334DDD-7322-4A4C-906B-AB103556AACD}" destId="{F76E94DB-E541-4C45-BE0A-23CDD1D16BBB}" srcOrd="3" destOrd="0" parTransId="{EEDEB16A-3D9C-46FE-885B-694DC00B64EF}" sibTransId="{A6B626FC-494F-4BD5-9B4F-35D29525FBC9}"/>
    <dgm:cxn modelId="{FEE7E4A9-CE96-4B21-9C2D-FF5ABA32D574}" type="presOf" srcId="{7A6263FA-7229-4201-87F7-652D6BF548E4}" destId="{342B206F-9753-471C-A415-645CA0D2B07E}" srcOrd="0" destOrd="0" presId="urn:microsoft.com/office/officeart/2005/8/layout/list1"/>
    <dgm:cxn modelId="{6CA597B8-61D7-4B51-A3C0-6F4C1BBD68A7}" type="presOf" srcId="{EE334DDD-7322-4A4C-906B-AB103556AACD}" destId="{5B55BAD9-A92D-45B5-A968-45618C9C93FD}" srcOrd="0" destOrd="0" presId="urn:microsoft.com/office/officeart/2005/8/layout/list1"/>
    <dgm:cxn modelId="{E1A96CB9-892C-445A-9BA8-D39D26E826BD}" type="presOf" srcId="{EF03D60B-01CE-4E2B-93D4-E992B35E6C3E}" destId="{9158DB83-0AA9-4713-82C4-7D83A267D605}" srcOrd="1" destOrd="0" presId="urn:microsoft.com/office/officeart/2005/8/layout/list1"/>
    <dgm:cxn modelId="{6EB2E4C1-C3EC-4FF2-A87A-C8132F7B6D6F}" srcId="{EE334DDD-7322-4A4C-906B-AB103556AACD}" destId="{7A6263FA-7229-4201-87F7-652D6BF548E4}" srcOrd="1" destOrd="0" parTransId="{7CBA7943-6AC3-40D7-A244-518A9FD5F185}" sibTransId="{7A1415E6-D6C1-406F-99B3-76F5A3DF8D5E}"/>
    <dgm:cxn modelId="{353AF4C3-E681-4113-8F69-D1B214CB56F4}" type="presOf" srcId="{641CCC72-BE99-4194-B6B9-F712FC498DAE}" destId="{D63ECA27-16DD-4C35-920F-3E677A3F5B9C}" srcOrd="0" destOrd="0" presId="urn:microsoft.com/office/officeart/2005/8/layout/list1"/>
    <dgm:cxn modelId="{E33BFFC8-2755-4844-AA42-33F536ED7E1C}" srcId="{EE334DDD-7322-4A4C-906B-AB103556AACD}" destId="{EF03D60B-01CE-4E2B-93D4-E992B35E6C3E}" srcOrd="0" destOrd="0" parTransId="{34883332-AB51-43D4-95B0-6815337DA94D}" sibTransId="{080A2EDA-8B46-4DAC-A3CB-09B4C62B8FE5}"/>
    <dgm:cxn modelId="{4CD5C9FB-003E-462A-9EB8-3C9BFC574BBA}" type="presOf" srcId="{7A6263FA-7229-4201-87F7-652D6BF548E4}" destId="{A4E9ACFF-1ADD-4595-B776-BF66584A1329}" srcOrd="1" destOrd="0" presId="urn:microsoft.com/office/officeart/2005/8/layout/list1"/>
    <dgm:cxn modelId="{A2EE5A63-2E73-40FF-BD91-064006CF0AF0}" type="presParOf" srcId="{5B55BAD9-A92D-45B5-A968-45618C9C93FD}" destId="{1900D1A4-24D7-47EE-8547-B59E36373993}" srcOrd="0" destOrd="0" presId="urn:microsoft.com/office/officeart/2005/8/layout/list1"/>
    <dgm:cxn modelId="{DD909240-8F57-47CA-8B10-F86E4C0B216E}" type="presParOf" srcId="{1900D1A4-24D7-47EE-8547-B59E36373993}" destId="{90CD7BCC-315A-4EB5-9D25-063190F89471}" srcOrd="0" destOrd="0" presId="urn:microsoft.com/office/officeart/2005/8/layout/list1"/>
    <dgm:cxn modelId="{323C11C9-987B-459C-ABC0-7CCF6A0B26BF}" type="presParOf" srcId="{1900D1A4-24D7-47EE-8547-B59E36373993}" destId="{9158DB83-0AA9-4713-82C4-7D83A267D605}" srcOrd="1" destOrd="0" presId="urn:microsoft.com/office/officeart/2005/8/layout/list1"/>
    <dgm:cxn modelId="{5C547284-72B9-4E03-A01F-2CBA909B9D30}" type="presParOf" srcId="{5B55BAD9-A92D-45B5-A968-45618C9C93FD}" destId="{0C8E98F7-2DB9-4F1B-ABC3-3EC6AB671B18}" srcOrd="1" destOrd="0" presId="urn:microsoft.com/office/officeart/2005/8/layout/list1"/>
    <dgm:cxn modelId="{ED602AD9-C32A-4CEC-8895-1F69B6D8408D}" type="presParOf" srcId="{5B55BAD9-A92D-45B5-A968-45618C9C93FD}" destId="{44C61B1B-855C-4921-ABD2-1469D07D1B23}" srcOrd="2" destOrd="0" presId="urn:microsoft.com/office/officeart/2005/8/layout/list1"/>
    <dgm:cxn modelId="{A2FA0173-9C58-48E6-857F-F60991CFF055}" type="presParOf" srcId="{5B55BAD9-A92D-45B5-A968-45618C9C93FD}" destId="{6DC8460B-2CEC-4BF1-965C-44C8E6324E27}" srcOrd="3" destOrd="0" presId="urn:microsoft.com/office/officeart/2005/8/layout/list1"/>
    <dgm:cxn modelId="{0AF6A4E8-7804-4B2E-9FB0-74FADD445F15}" type="presParOf" srcId="{5B55BAD9-A92D-45B5-A968-45618C9C93FD}" destId="{2843B741-01B4-4C88-A48E-EDAC1EE856CA}" srcOrd="4" destOrd="0" presId="urn:microsoft.com/office/officeart/2005/8/layout/list1"/>
    <dgm:cxn modelId="{5355371A-E2DC-479E-AF90-543C99875453}" type="presParOf" srcId="{2843B741-01B4-4C88-A48E-EDAC1EE856CA}" destId="{342B206F-9753-471C-A415-645CA0D2B07E}" srcOrd="0" destOrd="0" presId="urn:microsoft.com/office/officeart/2005/8/layout/list1"/>
    <dgm:cxn modelId="{D8126E5D-2F24-49F7-9B61-D91BDB20DA0E}" type="presParOf" srcId="{2843B741-01B4-4C88-A48E-EDAC1EE856CA}" destId="{A4E9ACFF-1ADD-4595-B776-BF66584A1329}" srcOrd="1" destOrd="0" presId="urn:microsoft.com/office/officeart/2005/8/layout/list1"/>
    <dgm:cxn modelId="{C2010B55-36D4-4C40-88E9-5BC655F1622E}" type="presParOf" srcId="{5B55BAD9-A92D-45B5-A968-45618C9C93FD}" destId="{16E046D8-4DDA-4A47-B536-352DA796B09A}" srcOrd="5" destOrd="0" presId="urn:microsoft.com/office/officeart/2005/8/layout/list1"/>
    <dgm:cxn modelId="{8D9AF5DF-0154-4B59-B6C9-5D2134D289B4}" type="presParOf" srcId="{5B55BAD9-A92D-45B5-A968-45618C9C93FD}" destId="{FB950331-8DC5-482E-A026-25BFD5807F10}" srcOrd="6" destOrd="0" presId="urn:microsoft.com/office/officeart/2005/8/layout/list1"/>
    <dgm:cxn modelId="{76849196-4755-42B5-9BEB-EEF6B7EB09AC}" type="presParOf" srcId="{5B55BAD9-A92D-45B5-A968-45618C9C93FD}" destId="{1D1422E9-2E88-498A-98D7-273E8E1467AA}" srcOrd="7" destOrd="0" presId="urn:microsoft.com/office/officeart/2005/8/layout/list1"/>
    <dgm:cxn modelId="{0B089FA4-DCBF-4ABE-83C0-B18A99757180}" type="presParOf" srcId="{5B55BAD9-A92D-45B5-A968-45618C9C93FD}" destId="{293D3963-098E-445F-8BBF-9B041B697B12}" srcOrd="8" destOrd="0" presId="urn:microsoft.com/office/officeart/2005/8/layout/list1"/>
    <dgm:cxn modelId="{4F011416-256D-4F40-B681-C4F0EF60BAF4}" type="presParOf" srcId="{293D3963-098E-445F-8BBF-9B041B697B12}" destId="{2D8EA2CE-C6BB-470A-9DE6-9D3451A0E483}" srcOrd="0" destOrd="0" presId="urn:microsoft.com/office/officeart/2005/8/layout/list1"/>
    <dgm:cxn modelId="{F58B5A02-44C9-4382-9ECF-3790C750B323}" type="presParOf" srcId="{293D3963-098E-445F-8BBF-9B041B697B12}" destId="{00C833B7-AAF4-49D4-A99A-BB1373D5C61E}" srcOrd="1" destOrd="0" presId="urn:microsoft.com/office/officeart/2005/8/layout/list1"/>
    <dgm:cxn modelId="{2714FF0D-178E-4556-8AEC-A1291A4F39B7}" type="presParOf" srcId="{5B55BAD9-A92D-45B5-A968-45618C9C93FD}" destId="{E4B2DA6D-C197-4845-8588-E4F1ECABE53D}" srcOrd="9" destOrd="0" presId="urn:microsoft.com/office/officeart/2005/8/layout/list1"/>
    <dgm:cxn modelId="{4C9F445B-BD93-426C-8D63-004402E72E38}" type="presParOf" srcId="{5B55BAD9-A92D-45B5-A968-45618C9C93FD}" destId="{28FA658F-7075-4833-8979-4F24EDF53FB7}" srcOrd="10" destOrd="0" presId="urn:microsoft.com/office/officeart/2005/8/layout/list1"/>
    <dgm:cxn modelId="{4E44C81E-4632-4624-BF08-870722F5E67F}" type="presParOf" srcId="{5B55BAD9-A92D-45B5-A968-45618C9C93FD}" destId="{7BAA1E8B-1B88-4155-8705-A731843CBD04}" srcOrd="11" destOrd="0" presId="urn:microsoft.com/office/officeart/2005/8/layout/list1"/>
    <dgm:cxn modelId="{84469A79-C35F-465F-876B-96DA09D1BE01}" type="presParOf" srcId="{5B55BAD9-A92D-45B5-A968-45618C9C93FD}" destId="{4F9FA843-3B59-43BE-88E3-FD3CA5E389F7}" srcOrd="12" destOrd="0" presId="urn:microsoft.com/office/officeart/2005/8/layout/list1"/>
    <dgm:cxn modelId="{54275E52-DF06-4DC7-A578-B53AD991E33C}" type="presParOf" srcId="{4F9FA843-3B59-43BE-88E3-FD3CA5E389F7}" destId="{03FBA27F-34DA-4EFC-B20B-FCBED4A02EAE}" srcOrd="0" destOrd="0" presId="urn:microsoft.com/office/officeart/2005/8/layout/list1"/>
    <dgm:cxn modelId="{5D15DDE2-2D91-4D68-80F6-7C6D6AB2915E}" type="presParOf" srcId="{4F9FA843-3B59-43BE-88E3-FD3CA5E389F7}" destId="{60C7BE30-5AA1-41A8-B471-5520A0778428}" srcOrd="1" destOrd="0" presId="urn:microsoft.com/office/officeart/2005/8/layout/list1"/>
    <dgm:cxn modelId="{FD5CDD7C-1D8F-46D7-BDAF-D050023AB964}" type="presParOf" srcId="{5B55BAD9-A92D-45B5-A968-45618C9C93FD}" destId="{23DD1296-1CFD-45E0-BE4B-2CD82574E337}" srcOrd="13" destOrd="0" presId="urn:microsoft.com/office/officeart/2005/8/layout/list1"/>
    <dgm:cxn modelId="{66C5FCC3-D117-4117-AB07-DDC712256FE4}" type="presParOf" srcId="{5B55BAD9-A92D-45B5-A968-45618C9C93FD}" destId="{0C0C10F5-D6EE-431A-9DA1-50C08A18E4D7}" srcOrd="14" destOrd="0" presId="urn:microsoft.com/office/officeart/2005/8/layout/list1"/>
    <dgm:cxn modelId="{F623C99E-B7E5-484D-899F-00B3031BD779}" type="presParOf" srcId="{5B55BAD9-A92D-45B5-A968-45618C9C93FD}" destId="{3F2A0EC4-E245-4EA6-847C-1474C1883841}" srcOrd="15" destOrd="0" presId="urn:microsoft.com/office/officeart/2005/8/layout/list1"/>
    <dgm:cxn modelId="{E3AD2028-A900-4C63-8680-A93A02BB5D2B}" type="presParOf" srcId="{5B55BAD9-A92D-45B5-A968-45618C9C93FD}" destId="{B1880A0C-75AF-4DB6-B141-52FB5E27ABF7}" srcOrd="16" destOrd="0" presId="urn:microsoft.com/office/officeart/2005/8/layout/list1"/>
    <dgm:cxn modelId="{35E4ED41-1DCC-4F6A-A1C8-30654D9E2A28}" type="presParOf" srcId="{B1880A0C-75AF-4DB6-B141-52FB5E27ABF7}" destId="{D63ECA27-16DD-4C35-920F-3E677A3F5B9C}" srcOrd="0" destOrd="0" presId="urn:microsoft.com/office/officeart/2005/8/layout/list1"/>
    <dgm:cxn modelId="{18F191BD-4B74-4D50-98EA-F57FAFFBCDA6}" type="presParOf" srcId="{B1880A0C-75AF-4DB6-B141-52FB5E27ABF7}" destId="{EB22B797-6897-4BF9-8F4E-0F7297256068}" srcOrd="1" destOrd="0" presId="urn:microsoft.com/office/officeart/2005/8/layout/list1"/>
    <dgm:cxn modelId="{A9591D3F-7AB3-4945-A11F-52AC7E816A82}" type="presParOf" srcId="{5B55BAD9-A92D-45B5-A968-45618C9C93FD}" destId="{722103F1-0DE3-4F9D-A6FE-99F714ADE6DE}" srcOrd="17" destOrd="0" presId="urn:microsoft.com/office/officeart/2005/8/layout/list1"/>
    <dgm:cxn modelId="{A62EA9DA-FE71-484F-A677-2C50EDCA9710}" type="presParOf" srcId="{5B55BAD9-A92D-45B5-A968-45618C9C93FD}" destId="{45AD23C0-DE0A-4FE0-9CBE-1C1BA3E8B74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13282E8-06D8-4697-85F6-0229977A81FB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BB9D226-D4D2-430D-ABC2-9DCA37BAD332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Dataset scarcity</a:t>
          </a:r>
        </a:p>
      </dgm:t>
    </dgm:pt>
    <dgm:pt modelId="{628061EC-D7E8-4132-B5B1-348CC4F7AB12}" type="parTrans" cxnId="{33DB9A31-EF14-46FB-9184-8C9882FE6908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15D92C-01DC-4A72-934A-647628878998}" type="sibTrans" cxnId="{33DB9A31-EF14-46FB-9184-8C9882FE6908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C91CDF-441C-4BEF-B1D2-3A939B9FE162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Complex pose variations</a:t>
          </a:r>
        </a:p>
      </dgm:t>
    </dgm:pt>
    <dgm:pt modelId="{EC2AFD55-6506-4692-BF79-A7CDD0010FE0}" type="parTrans" cxnId="{ED0E107A-10F0-48B0-8640-52BC4D6694EC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411323-9FD9-4B9C-AB24-9D7F629B5134}" type="sibTrans" cxnId="{ED0E107A-10F0-48B0-8640-52BC4D6694EC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7B8D99-A951-4F62-941F-22CEF21CD145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Occlusion </a:t>
          </a:r>
        </a:p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and background noise</a:t>
          </a:r>
        </a:p>
      </dgm:t>
    </dgm:pt>
    <dgm:pt modelId="{C03999C9-F180-4DD2-83F3-1E7353896F89}" type="parTrans" cxnId="{4B4A5448-20BE-4B08-8236-A0E3E57D62AA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7D8DDB-178E-4D1D-8237-B4BE40B9A08C}" type="sibTrans" cxnId="{4B4A5448-20BE-4B08-8236-A0E3E57D62AA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97280A-A07A-4944-AD73-9B51EAD77F5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Lighting </a:t>
          </a:r>
        </a:p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and </a:t>
          </a:r>
        </a:p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angle inconsistencies</a:t>
          </a:r>
        </a:p>
      </dgm:t>
    </dgm:pt>
    <dgm:pt modelId="{859DAA5E-513E-480A-811E-BC5043FE2B52}" type="parTrans" cxnId="{C51E4F81-3A9A-43E6-9AE8-E0AB647217F9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0C2BCF-95A9-486E-B91F-5CE66735BAFE}" type="sibTrans" cxnId="{C51E4F81-3A9A-43E6-9AE8-E0AB647217F9}">
      <dgm:prSet/>
      <dgm:spPr/>
      <dgm:t>
        <a:bodyPr/>
        <a:lstStyle/>
        <a:p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EE25A2-9E96-448D-9811-944E0533E97A}" type="pres">
      <dgm:prSet presAssocID="{B13282E8-06D8-4697-85F6-0229977A81FB}" presName="matrix" presStyleCnt="0">
        <dgm:presLayoutVars>
          <dgm:chMax val="1"/>
          <dgm:dir/>
          <dgm:resizeHandles val="exact"/>
        </dgm:presLayoutVars>
      </dgm:prSet>
      <dgm:spPr/>
    </dgm:pt>
    <dgm:pt modelId="{18055D6B-F6B1-4B9C-9F07-3729CFD348AE}" type="pres">
      <dgm:prSet presAssocID="{B13282E8-06D8-4697-85F6-0229977A81FB}" presName="diamond" presStyleLbl="bgShp" presStyleIdx="0" presStyleCnt="1"/>
      <dgm:spPr/>
    </dgm:pt>
    <dgm:pt modelId="{BA50CCCE-A50B-4290-B5A1-0C482EB2AE5C}" type="pres">
      <dgm:prSet presAssocID="{B13282E8-06D8-4697-85F6-0229977A81F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A1B3C12-A4C0-4297-85F5-83212E960617}" type="pres">
      <dgm:prSet presAssocID="{B13282E8-06D8-4697-85F6-0229977A81F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6ECE71A-8309-4DEC-875B-EAC5E4C3DC5F}" type="pres">
      <dgm:prSet presAssocID="{B13282E8-06D8-4697-85F6-0229977A81F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94DA3B-6018-4F68-B34F-42E75F28E6A9}" type="pres">
      <dgm:prSet presAssocID="{B13282E8-06D8-4697-85F6-0229977A81F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64E7A31-3D15-4F99-8DFE-D84EAB5FCC39}" type="presOf" srcId="{2297280A-A07A-4944-AD73-9B51EAD77F57}" destId="{4D94DA3B-6018-4F68-B34F-42E75F28E6A9}" srcOrd="0" destOrd="0" presId="urn:microsoft.com/office/officeart/2005/8/layout/matrix3"/>
    <dgm:cxn modelId="{33DB9A31-EF14-46FB-9184-8C9882FE6908}" srcId="{B13282E8-06D8-4697-85F6-0229977A81FB}" destId="{BBB9D226-D4D2-430D-ABC2-9DCA37BAD332}" srcOrd="0" destOrd="0" parTransId="{628061EC-D7E8-4132-B5B1-348CC4F7AB12}" sibTransId="{F315D92C-01DC-4A72-934A-647628878998}"/>
    <dgm:cxn modelId="{E325C240-516A-4146-8B02-18E5B8E32939}" type="presOf" srcId="{C9C91CDF-441C-4BEF-B1D2-3A939B9FE162}" destId="{5A1B3C12-A4C0-4297-85F5-83212E960617}" srcOrd="0" destOrd="0" presId="urn:microsoft.com/office/officeart/2005/8/layout/matrix3"/>
    <dgm:cxn modelId="{3BFD105E-ED23-4565-A6B2-D984C978328D}" type="presOf" srcId="{B13282E8-06D8-4697-85F6-0229977A81FB}" destId="{2AEE25A2-9E96-448D-9811-944E0533E97A}" srcOrd="0" destOrd="0" presId="urn:microsoft.com/office/officeart/2005/8/layout/matrix3"/>
    <dgm:cxn modelId="{4B4A5448-20BE-4B08-8236-A0E3E57D62AA}" srcId="{B13282E8-06D8-4697-85F6-0229977A81FB}" destId="{BA7B8D99-A951-4F62-941F-22CEF21CD145}" srcOrd="2" destOrd="0" parTransId="{C03999C9-F180-4DD2-83F3-1E7353896F89}" sibTransId="{C77D8DDB-178E-4D1D-8237-B4BE40B9A08C}"/>
    <dgm:cxn modelId="{ED0E107A-10F0-48B0-8640-52BC4D6694EC}" srcId="{B13282E8-06D8-4697-85F6-0229977A81FB}" destId="{C9C91CDF-441C-4BEF-B1D2-3A939B9FE162}" srcOrd="1" destOrd="0" parTransId="{EC2AFD55-6506-4692-BF79-A7CDD0010FE0}" sibTransId="{FB411323-9FD9-4B9C-AB24-9D7F629B5134}"/>
    <dgm:cxn modelId="{C51E4F81-3A9A-43E6-9AE8-E0AB647217F9}" srcId="{B13282E8-06D8-4697-85F6-0229977A81FB}" destId="{2297280A-A07A-4944-AD73-9B51EAD77F57}" srcOrd="3" destOrd="0" parTransId="{859DAA5E-513E-480A-811E-BC5043FE2B52}" sibTransId="{0B0C2BCF-95A9-486E-B91F-5CE66735BAFE}"/>
    <dgm:cxn modelId="{1B08CF89-A372-450E-9589-48B9F12ECDA2}" type="presOf" srcId="{BBB9D226-D4D2-430D-ABC2-9DCA37BAD332}" destId="{BA50CCCE-A50B-4290-B5A1-0C482EB2AE5C}" srcOrd="0" destOrd="0" presId="urn:microsoft.com/office/officeart/2005/8/layout/matrix3"/>
    <dgm:cxn modelId="{75555F9B-88EF-41E1-B68B-DDDF82F21847}" type="presOf" srcId="{BA7B8D99-A951-4F62-941F-22CEF21CD145}" destId="{16ECE71A-8309-4DEC-875B-EAC5E4C3DC5F}" srcOrd="0" destOrd="0" presId="urn:microsoft.com/office/officeart/2005/8/layout/matrix3"/>
    <dgm:cxn modelId="{01CB8EE3-F12B-41E8-9420-9EB4B437B77C}" type="presParOf" srcId="{2AEE25A2-9E96-448D-9811-944E0533E97A}" destId="{18055D6B-F6B1-4B9C-9F07-3729CFD348AE}" srcOrd="0" destOrd="0" presId="urn:microsoft.com/office/officeart/2005/8/layout/matrix3"/>
    <dgm:cxn modelId="{63408274-BF85-4A7A-A2E3-259D10A27FC2}" type="presParOf" srcId="{2AEE25A2-9E96-448D-9811-944E0533E97A}" destId="{BA50CCCE-A50B-4290-B5A1-0C482EB2AE5C}" srcOrd="1" destOrd="0" presId="urn:microsoft.com/office/officeart/2005/8/layout/matrix3"/>
    <dgm:cxn modelId="{C9582D4D-72E5-45A1-A0C3-F58F19A2D960}" type="presParOf" srcId="{2AEE25A2-9E96-448D-9811-944E0533E97A}" destId="{5A1B3C12-A4C0-4297-85F5-83212E960617}" srcOrd="2" destOrd="0" presId="urn:microsoft.com/office/officeart/2005/8/layout/matrix3"/>
    <dgm:cxn modelId="{59B96B57-D6D3-4FA3-A15B-BEABAC4899B2}" type="presParOf" srcId="{2AEE25A2-9E96-448D-9811-944E0533E97A}" destId="{16ECE71A-8309-4DEC-875B-EAC5E4C3DC5F}" srcOrd="3" destOrd="0" presId="urn:microsoft.com/office/officeart/2005/8/layout/matrix3"/>
    <dgm:cxn modelId="{D7C58F64-6421-42ED-97BE-846471029E47}" type="presParOf" srcId="{2AEE25A2-9E96-448D-9811-944E0533E97A}" destId="{4D94DA3B-6018-4F68-B34F-42E75F28E6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CB3BC1B-6492-4DEE-AE1A-F55F8700FB19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B2C683E-243D-4CAC-AD07-6836F589722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Custom dataset creation</a:t>
          </a:r>
        </a:p>
      </dgm:t>
    </dgm:pt>
    <dgm:pt modelId="{FE064DEF-D434-4DE4-A877-175614008647}" type="parTrans" cxnId="{45F792B1-0CB6-403B-AAAE-F992821670E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C1A2D-6844-41A4-8303-D6FA14DB6243}" type="sibTrans" cxnId="{45F792B1-0CB6-403B-AAAE-F992821670E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2B5DBB-93B3-443F-A692-B8874175043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Manual landmark annotation</a:t>
          </a:r>
        </a:p>
      </dgm:t>
    </dgm:pt>
    <dgm:pt modelId="{06B06F1F-0E76-43BE-A8CE-38ACE54CB322}" type="parTrans" cxnId="{8729C69B-02FA-43E0-8512-252D01547A8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177934-C8A3-45E9-B8D5-9EB74EA071CB}" type="sibTrans" cxnId="{8729C69B-02FA-43E0-8512-252D01547A8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68401F-B839-4DA5-ADE5-3D150AD89D8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Domain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specific 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fine-tuning</a:t>
          </a:r>
        </a:p>
      </dgm:t>
    </dgm:pt>
    <dgm:pt modelId="{EDC833BB-293D-4F66-8B46-5445A72B08FB}" type="parTrans" cxnId="{E2DD9B64-7DAC-4561-86A8-FD943C495C5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AFA199-C1FA-4E4F-A87C-E4E02B3ABF0A}" type="sibTrans" cxnId="{E2DD9B64-7DAC-4561-86A8-FD943C495C5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D6B897-EFEF-4B84-B2B8-A990CC37BA91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Aggressive data augmentation</a:t>
          </a:r>
        </a:p>
      </dgm:t>
    </dgm:pt>
    <dgm:pt modelId="{50E6FA29-A14C-4F27-ADC8-4DC58AF56C3A}" type="parTrans" cxnId="{2C769F65-A309-4179-A3B7-023252C70FD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5DFDC5-B6A7-4EE1-B388-78B2323DE0A7}" type="sibTrans" cxnId="{2C769F65-A309-4179-A3B7-023252C70FD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D7E8C1-399A-4E94-B9C1-AC569318B602}" type="pres">
      <dgm:prSet presAssocID="{DCB3BC1B-6492-4DEE-AE1A-F55F8700FB19}" presName="matrix" presStyleCnt="0">
        <dgm:presLayoutVars>
          <dgm:chMax val="1"/>
          <dgm:dir/>
          <dgm:resizeHandles val="exact"/>
        </dgm:presLayoutVars>
      </dgm:prSet>
      <dgm:spPr/>
    </dgm:pt>
    <dgm:pt modelId="{60D1EC6F-28FD-4C70-91BC-EF8B3E047B19}" type="pres">
      <dgm:prSet presAssocID="{DCB3BC1B-6492-4DEE-AE1A-F55F8700FB19}" presName="diamond" presStyleLbl="bgShp" presStyleIdx="0" presStyleCnt="1"/>
      <dgm:spPr/>
    </dgm:pt>
    <dgm:pt modelId="{82D7BF1F-C7FF-4E61-BA7B-75049CED1981}" type="pres">
      <dgm:prSet presAssocID="{DCB3BC1B-6492-4DEE-AE1A-F55F8700FB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1A3268C-05A0-4913-A718-D0EBCD05645D}" type="pres">
      <dgm:prSet presAssocID="{DCB3BC1B-6492-4DEE-AE1A-F55F8700FB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4E55CB3-C6DC-4E51-ABFB-29D7FE1D783C}" type="pres">
      <dgm:prSet presAssocID="{DCB3BC1B-6492-4DEE-AE1A-F55F8700FB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5953DB2-EE63-4AB0-8F83-8F44BFBD696A}" type="pres">
      <dgm:prSet presAssocID="{DCB3BC1B-6492-4DEE-AE1A-F55F8700FB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2DD9B64-7DAC-4561-86A8-FD943C495C55}" srcId="{DCB3BC1B-6492-4DEE-AE1A-F55F8700FB19}" destId="{5368401F-B839-4DA5-ADE5-3D150AD89D87}" srcOrd="2" destOrd="0" parTransId="{EDC833BB-293D-4F66-8B46-5445A72B08FB}" sibTransId="{70AFA199-C1FA-4E4F-A87C-E4E02B3ABF0A}"/>
    <dgm:cxn modelId="{2C769F65-A309-4179-A3B7-023252C70FDD}" srcId="{DCB3BC1B-6492-4DEE-AE1A-F55F8700FB19}" destId="{15D6B897-EFEF-4B84-B2B8-A990CC37BA91}" srcOrd="3" destOrd="0" parTransId="{50E6FA29-A14C-4F27-ADC8-4DC58AF56C3A}" sibTransId="{7B5DFDC5-B6A7-4EE1-B388-78B2323DE0A7}"/>
    <dgm:cxn modelId="{E7317F6B-645B-419C-89B9-B93DDCF2F57C}" type="presOf" srcId="{BB2C683E-243D-4CAC-AD07-6836F5897225}" destId="{82D7BF1F-C7FF-4E61-BA7B-75049CED1981}" srcOrd="0" destOrd="0" presId="urn:microsoft.com/office/officeart/2005/8/layout/matrix3"/>
    <dgm:cxn modelId="{FAC77B75-9A23-4A39-9372-67C688B96134}" type="presOf" srcId="{DCB3BC1B-6492-4DEE-AE1A-F55F8700FB19}" destId="{8FD7E8C1-399A-4E94-B9C1-AC569318B602}" srcOrd="0" destOrd="0" presId="urn:microsoft.com/office/officeart/2005/8/layout/matrix3"/>
    <dgm:cxn modelId="{E1899E9B-DA0B-4E33-AD60-5AE3F5AA358F}" type="presOf" srcId="{5368401F-B839-4DA5-ADE5-3D150AD89D87}" destId="{04E55CB3-C6DC-4E51-ABFB-29D7FE1D783C}" srcOrd="0" destOrd="0" presId="urn:microsoft.com/office/officeart/2005/8/layout/matrix3"/>
    <dgm:cxn modelId="{8729C69B-02FA-43E0-8512-252D01547A8E}" srcId="{DCB3BC1B-6492-4DEE-AE1A-F55F8700FB19}" destId="{8B2B5DBB-93B3-443F-A692-B88741750435}" srcOrd="1" destOrd="0" parTransId="{06B06F1F-0E76-43BE-A8CE-38ACE54CB322}" sibTransId="{9A177934-C8A3-45E9-B8D5-9EB74EA071CB}"/>
    <dgm:cxn modelId="{6C3D86A5-246F-4918-AA9C-77FA95456A02}" type="presOf" srcId="{15D6B897-EFEF-4B84-B2B8-A990CC37BA91}" destId="{75953DB2-EE63-4AB0-8F83-8F44BFBD696A}" srcOrd="0" destOrd="0" presId="urn:microsoft.com/office/officeart/2005/8/layout/matrix3"/>
    <dgm:cxn modelId="{45F792B1-0CB6-403B-AAAE-F992821670E2}" srcId="{DCB3BC1B-6492-4DEE-AE1A-F55F8700FB19}" destId="{BB2C683E-243D-4CAC-AD07-6836F5897225}" srcOrd="0" destOrd="0" parTransId="{FE064DEF-D434-4DE4-A877-175614008647}" sibTransId="{338C1A2D-6844-41A4-8303-D6FA14DB6243}"/>
    <dgm:cxn modelId="{3E8BA7F0-CB05-4672-87A3-124A40A27E97}" type="presOf" srcId="{8B2B5DBB-93B3-443F-A692-B88741750435}" destId="{31A3268C-05A0-4913-A718-D0EBCD05645D}" srcOrd="0" destOrd="0" presId="urn:microsoft.com/office/officeart/2005/8/layout/matrix3"/>
    <dgm:cxn modelId="{8DD287AF-262C-4BEC-898C-F45BDEC98B70}" type="presParOf" srcId="{8FD7E8C1-399A-4E94-B9C1-AC569318B602}" destId="{60D1EC6F-28FD-4C70-91BC-EF8B3E047B19}" srcOrd="0" destOrd="0" presId="urn:microsoft.com/office/officeart/2005/8/layout/matrix3"/>
    <dgm:cxn modelId="{9A4E5936-9333-4ED9-86AF-CA805382D6F6}" type="presParOf" srcId="{8FD7E8C1-399A-4E94-B9C1-AC569318B602}" destId="{82D7BF1F-C7FF-4E61-BA7B-75049CED1981}" srcOrd="1" destOrd="0" presId="urn:microsoft.com/office/officeart/2005/8/layout/matrix3"/>
    <dgm:cxn modelId="{13EDE112-D0F6-4D93-94E8-D355E3EAE868}" type="presParOf" srcId="{8FD7E8C1-399A-4E94-B9C1-AC569318B602}" destId="{31A3268C-05A0-4913-A718-D0EBCD05645D}" srcOrd="2" destOrd="0" presId="urn:microsoft.com/office/officeart/2005/8/layout/matrix3"/>
    <dgm:cxn modelId="{DB86A5D2-54EC-4AD6-8F32-D713CDF04E43}" type="presParOf" srcId="{8FD7E8C1-399A-4E94-B9C1-AC569318B602}" destId="{04E55CB3-C6DC-4E51-ABFB-29D7FE1D783C}" srcOrd="3" destOrd="0" presId="urn:microsoft.com/office/officeart/2005/8/layout/matrix3"/>
    <dgm:cxn modelId="{8BF7ACF0-4CAC-47E9-AEF6-0EDC619DB468}" type="presParOf" srcId="{8FD7E8C1-399A-4E94-B9C1-AC569318B602}" destId="{75953DB2-EE63-4AB0-8F83-8F44BFBD696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18BF612-10A6-4D36-A57C-A7F0205CB06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EE0028E-BEAC-4388-AD3B-932A8F5D332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Fair pricing and easier livestock evaluation for farmers</a:t>
          </a:r>
        </a:p>
      </dgm:t>
    </dgm:pt>
    <dgm:pt modelId="{ADFB3842-A95E-4495-9A3D-ECEAAF0CF5FE}" type="parTrans" cxnId="{3FAEE5B6-F216-4F60-A68B-D232782E737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8EDFC4-EFF3-4745-B0A2-3066EEBB8ED4}" type="sibTrans" cxnId="{3FAEE5B6-F216-4F60-A68B-D232782E737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A00DCC-9D76-477A-B6E4-61BB003FC77F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Better livestock selection for dairy industry</a:t>
          </a:r>
        </a:p>
      </dgm:t>
    </dgm:pt>
    <dgm:pt modelId="{3230293C-1BFF-470D-8F57-2738EC2B1130}" type="parTrans" cxnId="{E379F516-CD32-4B43-B2EB-DE9B477A3BB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B4E490-8951-48BA-AF30-3A7F069D22C1}" type="sibTrans" cxnId="{E379F516-CD32-4B43-B2EB-DE9B477A3BB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36E355-ECDD-4C5F-97E2-1FEC2AE9062E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Data-driven welfare monitoring for government and NGOs</a:t>
          </a:r>
        </a:p>
      </dgm:t>
    </dgm:pt>
    <dgm:pt modelId="{DFAB7388-D041-4A57-B7C3-9C6CEF1BC9AF}" type="parTrans" cxnId="{A2545D0C-0B1E-4F56-B506-D74EE8ED2ED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315384-7533-4AA0-9112-1EACA588DFA0}" type="sibTrans" cxnId="{A2545D0C-0B1E-4F56-B506-D74EE8ED2ED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1F5651-9FB6-4C55-B433-01B4BE177AD4}" type="pres">
      <dgm:prSet presAssocID="{718BF612-10A6-4D36-A57C-A7F0205CB064}" presName="linear" presStyleCnt="0">
        <dgm:presLayoutVars>
          <dgm:animLvl val="lvl"/>
          <dgm:resizeHandles val="exact"/>
        </dgm:presLayoutVars>
      </dgm:prSet>
      <dgm:spPr/>
    </dgm:pt>
    <dgm:pt modelId="{920B8FCF-46A3-4C43-A86B-A87FC3560BD2}" type="pres">
      <dgm:prSet presAssocID="{CEE0028E-BEAC-4388-AD3B-932A8F5D332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BFD0CD-7E3D-4CCF-B5EA-2DCCF25A2E32}" type="pres">
      <dgm:prSet presAssocID="{3E8EDFC4-EFF3-4745-B0A2-3066EEBB8ED4}" presName="spacer" presStyleCnt="0"/>
      <dgm:spPr/>
    </dgm:pt>
    <dgm:pt modelId="{E9A128E4-7D54-4A54-873B-AB8AE6363345}" type="pres">
      <dgm:prSet presAssocID="{BAA00DCC-9D76-477A-B6E4-61BB003FC77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782B71-4D12-4458-91E8-534C00C41606}" type="pres">
      <dgm:prSet presAssocID="{B2B4E490-8951-48BA-AF30-3A7F069D22C1}" presName="spacer" presStyleCnt="0"/>
      <dgm:spPr/>
    </dgm:pt>
    <dgm:pt modelId="{37BF81CA-35C2-4C19-8223-F283F47CBC8A}" type="pres">
      <dgm:prSet presAssocID="{9436E355-ECDD-4C5F-97E2-1FEC2AE9062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2545D0C-0B1E-4F56-B506-D74EE8ED2EDB}" srcId="{718BF612-10A6-4D36-A57C-A7F0205CB064}" destId="{9436E355-ECDD-4C5F-97E2-1FEC2AE9062E}" srcOrd="2" destOrd="0" parTransId="{DFAB7388-D041-4A57-B7C3-9C6CEF1BC9AF}" sibTransId="{1E315384-7533-4AA0-9112-1EACA588DFA0}"/>
    <dgm:cxn modelId="{E379F516-CD32-4B43-B2EB-DE9B477A3BB5}" srcId="{718BF612-10A6-4D36-A57C-A7F0205CB064}" destId="{BAA00DCC-9D76-477A-B6E4-61BB003FC77F}" srcOrd="1" destOrd="0" parTransId="{3230293C-1BFF-470D-8F57-2738EC2B1130}" sibTransId="{B2B4E490-8951-48BA-AF30-3A7F069D22C1}"/>
    <dgm:cxn modelId="{3B16E218-5271-4D1E-8E2A-39891D49BD92}" type="presOf" srcId="{BAA00DCC-9D76-477A-B6E4-61BB003FC77F}" destId="{E9A128E4-7D54-4A54-873B-AB8AE6363345}" srcOrd="0" destOrd="0" presId="urn:microsoft.com/office/officeart/2005/8/layout/vList2"/>
    <dgm:cxn modelId="{66D49827-5707-41DF-83CD-37F0D81B8BDA}" type="presOf" srcId="{CEE0028E-BEAC-4388-AD3B-932A8F5D332C}" destId="{920B8FCF-46A3-4C43-A86B-A87FC3560BD2}" srcOrd="0" destOrd="0" presId="urn:microsoft.com/office/officeart/2005/8/layout/vList2"/>
    <dgm:cxn modelId="{BFFB064C-3204-4289-B5B8-771C8AF45598}" type="presOf" srcId="{718BF612-10A6-4D36-A57C-A7F0205CB064}" destId="{271F5651-9FB6-4C55-B433-01B4BE177AD4}" srcOrd="0" destOrd="0" presId="urn:microsoft.com/office/officeart/2005/8/layout/vList2"/>
    <dgm:cxn modelId="{E3820C97-FFD2-472B-BE31-20A0568E1FC2}" type="presOf" srcId="{9436E355-ECDD-4C5F-97E2-1FEC2AE9062E}" destId="{37BF81CA-35C2-4C19-8223-F283F47CBC8A}" srcOrd="0" destOrd="0" presId="urn:microsoft.com/office/officeart/2005/8/layout/vList2"/>
    <dgm:cxn modelId="{3FAEE5B6-F216-4F60-A68B-D232782E737E}" srcId="{718BF612-10A6-4D36-A57C-A7F0205CB064}" destId="{CEE0028E-BEAC-4388-AD3B-932A8F5D332C}" srcOrd="0" destOrd="0" parTransId="{ADFB3842-A95E-4495-9A3D-ECEAAF0CF5FE}" sibTransId="{3E8EDFC4-EFF3-4745-B0A2-3066EEBB8ED4}"/>
    <dgm:cxn modelId="{319D6D64-9D00-49FB-ACC5-71179F52CA2D}" type="presParOf" srcId="{271F5651-9FB6-4C55-B433-01B4BE177AD4}" destId="{920B8FCF-46A3-4C43-A86B-A87FC3560BD2}" srcOrd="0" destOrd="0" presId="urn:microsoft.com/office/officeart/2005/8/layout/vList2"/>
    <dgm:cxn modelId="{8B405EA1-00BB-4B94-8099-16D6E5DF72BC}" type="presParOf" srcId="{271F5651-9FB6-4C55-B433-01B4BE177AD4}" destId="{B9BFD0CD-7E3D-4CCF-B5EA-2DCCF25A2E32}" srcOrd="1" destOrd="0" presId="urn:microsoft.com/office/officeart/2005/8/layout/vList2"/>
    <dgm:cxn modelId="{4B68ABA9-FEC1-4352-B0F3-50057A4198BA}" type="presParOf" srcId="{271F5651-9FB6-4C55-B433-01B4BE177AD4}" destId="{E9A128E4-7D54-4A54-873B-AB8AE6363345}" srcOrd="2" destOrd="0" presId="urn:microsoft.com/office/officeart/2005/8/layout/vList2"/>
    <dgm:cxn modelId="{318ED4C5-D7F4-40EA-B4A0-8AC36E69D829}" type="presParOf" srcId="{271F5651-9FB6-4C55-B433-01B4BE177AD4}" destId="{D1782B71-4D12-4458-91E8-534C00C41606}" srcOrd="3" destOrd="0" presId="urn:microsoft.com/office/officeart/2005/8/layout/vList2"/>
    <dgm:cxn modelId="{DD448332-1706-4E29-993A-73B0AD1C36EE}" type="presParOf" srcId="{271F5651-9FB6-4C55-B433-01B4BE177AD4}" destId="{37BF81CA-35C2-4C19-8223-F283F47CBC8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A8CC39-5234-4EEF-A584-8A54C4C788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BCD37A-F5EA-44A9-85BD-E1B581C888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Learning curve for farmers</a:t>
          </a:r>
        </a:p>
      </dgm:t>
    </dgm:pt>
    <dgm:pt modelId="{E271CB41-D152-409C-B168-80D4D3BE4B3F}" type="parTrans" cxnId="{0085F95F-B551-4740-AE98-972BAA956CE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2185DA-A2D7-4DB7-8DE6-2383B2FC677E}" type="sibTrans" cxnId="{0085F95F-B551-4740-AE98-972BAA956CE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7EB880-C372-4BA8-8AF7-11350EEFE4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Smartphone and internet dependency</a:t>
          </a:r>
        </a:p>
      </dgm:t>
    </dgm:pt>
    <dgm:pt modelId="{DEAC9268-3D18-4AF7-A8E1-99606794BBE2}" type="parTrans" cxnId="{C02DB550-F3BA-4125-BD0D-5985CA6B3D6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2BCE5F-8A8A-4467-862B-77A062225EEF}" type="sibTrans" cxnId="{C02DB550-F3BA-4125-BD0D-5985CA6B3D6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2CA530-3DB8-4BD8-857D-607D01BA9F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Initial setup and training costs</a:t>
          </a:r>
        </a:p>
      </dgm:t>
    </dgm:pt>
    <dgm:pt modelId="{237756DD-99AC-4AC3-A4E7-38B88DC379D1}" type="parTrans" cxnId="{0FCF7667-D75E-4978-847B-76E2D3D2752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6FD788-B719-40FB-ADC5-6A7F6BF2436F}" type="sibTrans" cxnId="{0FCF7667-D75E-4978-847B-76E2D3D2752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643EFF-2130-40D7-9902-E7812FB79D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Adoption is the real bottleneck, not the model</a:t>
          </a:r>
        </a:p>
      </dgm:t>
    </dgm:pt>
    <dgm:pt modelId="{6631A7A1-F11A-45A3-A554-D9497F49B79E}" type="parTrans" cxnId="{2E52E173-FBFB-4CAE-A64F-15D2105231D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99A04C-D67C-424C-92E2-3EC3B41530D3}" type="sibTrans" cxnId="{2E52E173-FBFB-4CAE-A64F-15D2105231D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CF096A-C830-422F-A86B-93F4F1B227F8}" type="pres">
      <dgm:prSet presAssocID="{8CA8CC39-5234-4EEF-A584-8A54C4C788AC}" presName="root" presStyleCnt="0">
        <dgm:presLayoutVars>
          <dgm:dir/>
          <dgm:resizeHandles val="exact"/>
        </dgm:presLayoutVars>
      </dgm:prSet>
      <dgm:spPr/>
    </dgm:pt>
    <dgm:pt modelId="{F41C40CB-C4AA-4C10-AA35-71403E6B0D08}" type="pres">
      <dgm:prSet presAssocID="{D8BCD37A-F5EA-44A9-85BD-E1B581C8880E}" presName="compNode" presStyleCnt="0"/>
      <dgm:spPr/>
    </dgm:pt>
    <dgm:pt modelId="{503D2EF8-C9B6-4F5D-A304-89C8680941D4}" type="pres">
      <dgm:prSet presAssocID="{D8BCD37A-F5EA-44A9-85BD-E1B581C8880E}" presName="bgRect" presStyleLbl="bgShp" presStyleIdx="0" presStyleCnt="4"/>
      <dgm:spPr/>
    </dgm:pt>
    <dgm:pt modelId="{4850C64A-5B25-45DC-BE5C-BA6511FBCA1B}" type="pres">
      <dgm:prSet presAssocID="{D8BCD37A-F5EA-44A9-85BD-E1B581C888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89A75CF7-F9AF-41ED-81CC-62D2E9E4F656}" type="pres">
      <dgm:prSet presAssocID="{D8BCD37A-F5EA-44A9-85BD-E1B581C8880E}" presName="spaceRect" presStyleCnt="0"/>
      <dgm:spPr/>
    </dgm:pt>
    <dgm:pt modelId="{1648244E-7465-4127-A359-34CFDED7F431}" type="pres">
      <dgm:prSet presAssocID="{D8BCD37A-F5EA-44A9-85BD-E1B581C8880E}" presName="parTx" presStyleLbl="revTx" presStyleIdx="0" presStyleCnt="4">
        <dgm:presLayoutVars>
          <dgm:chMax val="0"/>
          <dgm:chPref val="0"/>
        </dgm:presLayoutVars>
      </dgm:prSet>
      <dgm:spPr/>
    </dgm:pt>
    <dgm:pt modelId="{64F64A67-95F3-4632-B312-C11D42F6ACA1}" type="pres">
      <dgm:prSet presAssocID="{9E2185DA-A2D7-4DB7-8DE6-2383B2FC677E}" presName="sibTrans" presStyleCnt="0"/>
      <dgm:spPr/>
    </dgm:pt>
    <dgm:pt modelId="{610B539E-F894-43B9-9F8B-E744F8EED3F1}" type="pres">
      <dgm:prSet presAssocID="{DC7EB880-C372-4BA8-8AF7-11350EEFE4A6}" presName="compNode" presStyleCnt="0"/>
      <dgm:spPr/>
    </dgm:pt>
    <dgm:pt modelId="{78719C30-2205-4FF6-A8F2-8D8D6F63B8FC}" type="pres">
      <dgm:prSet presAssocID="{DC7EB880-C372-4BA8-8AF7-11350EEFE4A6}" presName="bgRect" presStyleLbl="bgShp" presStyleIdx="1" presStyleCnt="4"/>
      <dgm:spPr/>
    </dgm:pt>
    <dgm:pt modelId="{8E0E5363-5FD9-4C75-94A5-B64E0F4EE441}" type="pres">
      <dgm:prSet presAssocID="{DC7EB880-C372-4BA8-8AF7-11350EEFE4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4ACB8C0-DAE8-4EA4-8FBB-FCC18C21F556}" type="pres">
      <dgm:prSet presAssocID="{DC7EB880-C372-4BA8-8AF7-11350EEFE4A6}" presName="spaceRect" presStyleCnt="0"/>
      <dgm:spPr/>
    </dgm:pt>
    <dgm:pt modelId="{4F81FAF4-67C0-4B91-83BE-77AE7686131E}" type="pres">
      <dgm:prSet presAssocID="{DC7EB880-C372-4BA8-8AF7-11350EEFE4A6}" presName="parTx" presStyleLbl="revTx" presStyleIdx="1" presStyleCnt="4">
        <dgm:presLayoutVars>
          <dgm:chMax val="0"/>
          <dgm:chPref val="0"/>
        </dgm:presLayoutVars>
      </dgm:prSet>
      <dgm:spPr/>
    </dgm:pt>
    <dgm:pt modelId="{C79B720E-CAD6-4907-ABC5-3E020FEA9C29}" type="pres">
      <dgm:prSet presAssocID="{972BCE5F-8A8A-4467-862B-77A062225EEF}" presName="sibTrans" presStyleCnt="0"/>
      <dgm:spPr/>
    </dgm:pt>
    <dgm:pt modelId="{CCF15004-36F7-4600-98F2-6CDE5757105E}" type="pres">
      <dgm:prSet presAssocID="{0B2CA530-3DB8-4BD8-857D-607D01BA9FC4}" presName="compNode" presStyleCnt="0"/>
      <dgm:spPr/>
    </dgm:pt>
    <dgm:pt modelId="{BEBA4A1C-98E8-41B1-8669-9D9546A3F878}" type="pres">
      <dgm:prSet presAssocID="{0B2CA530-3DB8-4BD8-857D-607D01BA9FC4}" presName="bgRect" presStyleLbl="bgShp" presStyleIdx="2" presStyleCnt="4"/>
      <dgm:spPr/>
    </dgm:pt>
    <dgm:pt modelId="{4DD7E134-99F8-4201-AA1D-029F18B620C0}" type="pres">
      <dgm:prSet presAssocID="{0B2CA530-3DB8-4BD8-857D-607D01BA9F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0093230-1DD5-4922-AD3A-6AD3C3AE14E3}" type="pres">
      <dgm:prSet presAssocID="{0B2CA530-3DB8-4BD8-857D-607D01BA9FC4}" presName="spaceRect" presStyleCnt="0"/>
      <dgm:spPr/>
    </dgm:pt>
    <dgm:pt modelId="{6432A548-C782-428A-9D13-42EC1FC53C91}" type="pres">
      <dgm:prSet presAssocID="{0B2CA530-3DB8-4BD8-857D-607D01BA9FC4}" presName="parTx" presStyleLbl="revTx" presStyleIdx="2" presStyleCnt="4">
        <dgm:presLayoutVars>
          <dgm:chMax val="0"/>
          <dgm:chPref val="0"/>
        </dgm:presLayoutVars>
      </dgm:prSet>
      <dgm:spPr/>
    </dgm:pt>
    <dgm:pt modelId="{50694191-8949-4C15-9726-BF95451710F9}" type="pres">
      <dgm:prSet presAssocID="{466FD788-B719-40FB-ADC5-6A7F6BF2436F}" presName="sibTrans" presStyleCnt="0"/>
      <dgm:spPr/>
    </dgm:pt>
    <dgm:pt modelId="{A5780705-353D-405B-9060-40707A8F9EAF}" type="pres">
      <dgm:prSet presAssocID="{C1643EFF-2130-40D7-9902-E7812FB79DEB}" presName="compNode" presStyleCnt="0"/>
      <dgm:spPr/>
    </dgm:pt>
    <dgm:pt modelId="{F29282D9-7ABB-4EB4-8BA6-CAB168177A3C}" type="pres">
      <dgm:prSet presAssocID="{C1643EFF-2130-40D7-9902-E7812FB79DEB}" presName="bgRect" presStyleLbl="bgShp" presStyleIdx="3" presStyleCnt="4"/>
      <dgm:spPr/>
    </dgm:pt>
    <dgm:pt modelId="{2209EA00-08D5-4A49-9B01-A4CE606CC491}" type="pres">
      <dgm:prSet presAssocID="{C1643EFF-2130-40D7-9902-E7812FB79DE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AB3AB79-B4FF-47E8-8D1D-3811D9AE21AD}" type="pres">
      <dgm:prSet presAssocID="{C1643EFF-2130-40D7-9902-E7812FB79DEB}" presName="spaceRect" presStyleCnt="0"/>
      <dgm:spPr/>
    </dgm:pt>
    <dgm:pt modelId="{1C92ACB4-4710-459C-AC6A-F3622AD64E68}" type="pres">
      <dgm:prSet presAssocID="{C1643EFF-2130-40D7-9902-E7812FB79DE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A40CD29-461D-4857-8CD6-29B8DDD241CD}" type="presOf" srcId="{D8BCD37A-F5EA-44A9-85BD-E1B581C8880E}" destId="{1648244E-7465-4127-A359-34CFDED7F431}" srcOrd="0" destOrd="0" presId="urn:microsoft.com/office/officeart/2018/2/layout/IconVerticalSolidList"/>
    <dgm:cxn modelId="{0085F95F-B551-4740-AE98-972BAA956CEB}" srcId="{8CA8CC39-5234-4EEF-A584-8A54C4C788AC}" destId="{D8BCD37A-F5EA-44A9-85BD-E1B581C8880E}" srcOrd="0" destOrd="0" parTransId="{E271CB41-D152-409C-B168-80D4D3BE4B3F}" sibTransId="{9E2185DA-A2D7-4DB7-8DE6-2383B2FC677E}"/>
    <dgm:cxn modelId="{0FCF7667-D75E-4978-847B-76E2D3D27526}" srcId="{8CA8CC39-5234-4EEF-A584-8A54C4C788AC}" destId="{0B2CA530-3DB8-4BD8-857D-607D01BA9FC4}" srcOrd="2" destOrd="0" parTransId="{237756DD-99AC-4AC3-A4E7-38B88DC379D1}" sibTransId="{466FD788-B719-40FB-ADC5-6A7F6BF2436F}"/>
    <dgm:cxn modelId="{C02DB550-F3BA-4125-BD0D-5985CA6B3D63}" srcId="{8CA8CC39-5234-4EEF-A584-8A54C4C788AC}" destId="{DC7EB880-C372-4BA8-8AF7-11350EEFE4A6}" srcOrd="1" destOrd="0" parTransId="{DEAC9268-3D18-4AF7-A8E1-99606794BBE2}" sibTransId="{972BCE5F-8A8A-4467-862B-77A062225EEF}"/>
    <dgm:cxn modelId="{123D0553-B263-47AB-9972-2D14BF0EC349}" type="presOf" srcId="{DC7EB880-C372-4BA8-8AF7-11350EEFE4A6}" destId="{4F81FAF4-67C0-4B91-83BE-77AE7686131E}" srcOrd="0" destOrd="0" presId="urn:microsoft.com/office/officeart/2018/2/layout/IconVerticalSolidList"/>
    <dgm:cxn modelId="{2E52E173-FBFB-4CAE-A64F-15D2105231D9}" srcId="{8CA8CC39-5234-4EEF-A584-8A54C4C788AC}" destId="{C1643EFF-2130-40D7-9902-E7812FB79DEB}" srcOrd="3" destOrd="0" parTransId="{6631A7A1-F11A-45A3-A554-D9497F49B79E}" sibTransId="{3099A04C-D67C-424C-92E2-3EC3B41530D3}"/>
    <dgm:cxn modelId="{A590837D-4A2C-4B8F-AF96-45330DA9875F}" type="presOf" srcId="{8CA8CC39-5234-4EEF-A584-8A54C4C788AC}" destId="{8DCF096A-C830-422F-A86B-93F4F1B227F8}" srcOrd="0" destOrd="0" presId="urn:microsoft.com/office/officeart/2018/2/layout/IconVerticalSolidList"/>
    <dgm:cxn modelId="{EF194B8A-D546-4E8A-98DD-C7810EF9B001}" type="presOf" srcId="{C1643EFF-2130-40D7-9902-E7812FB79DEB}" destId="{1C92ACB4-4710-459C-AC6A-F3622AD64E68}" srcOrd="0" destOrd="0" presId="urn:microsoft.com/office/officeart/2018/2/layout/IconVerticalSolidList"/>
    <dgm:cxn modelId="{0D3B09E1-3EEF-4148-9EAE-B6758AADF13F}" type="presOf" srcId="{0B2CA530-3DB8-4BD8-857D-607D01BA9FC4}" destId="{6432A548-C782-428A-9D13-42EC1FC53C91}" srcOrd="0" destOrd="0" presId="urn:microsoft.com/office/officeart/2018/2/layout/IconVerticalSolidList"/>
    <dgm:cxn modelId="{06D02D2A-26AE-489D-A2DC-082BA8555B1D}" type="presParOf" srcId="{8DCF096A-C830-422F-A86B-93F4F1B227F8}" destId="{F41C40CB-C4AA-4C10-AA35-71403E6B0D08}" srcOrd="0" destOrd="0" presId="urn:microsoft.com/office/officeart/2018/2/layout/IconVerticalSolidList"/>
    <dgm:cxn modelId="{052D5454-6F49-4F43-9314-D680BBFB06DC}" type="presParOf" srcId="{F41C40CB-C4AA-4C10-AA35-71403E6B0D08}" destId="{503D2EF8-C9B6-4F5D-A304-89C8680941D4}" srcOrd="0" destOrd="0" presId="urn:microsoft.com/office/officeart/2018/2/layout/IconVerticalSolidList"/>
    <dgm:cxn modelId="{641FC552-72D3-462B-9331-C38C979F102B}" type="presParOf" srcId="{F41C40CB-C4AA-4C10-AA35-71403E6B0D08}" destId="{4850C64A-5B25-45DC-BE5C-BA6511FBCA1B}" srcOrd="1" destOrd="0" presId="urn:microsoft.com/office/officeart/2018/2/layout/IconVerticalSolidList"/>
    <dgm:cxn modelId="{BB1D5155-AFAF-4CF3-8C07-1D0F4E0C6356}" type="presParOf" srcId="{F41C40CB-C4AA-4C10-AA35-71403E6B0D08}" destId="{89A75CF7-F9AF-41ED-81CC-62D2E9E4F656}" srcOrd="2" destOrd="0" presId="urn:microsoft.com/office/officeart/2018/2/layout/IconVerticalSolidList"/>
    <dgm:cxn modelId="{6EA0DDD7-BF55-4A5B-95D8-FB2B0D724661}" type="presParOf" srcId="{F41C40CB-C4AA-4C10-AA35-71403E6B0D08}" destId="{1648244E-7465-4127-A359-34CFDED7F431}" srcOrd="3" destOrd="0" presId="urn:microsoft.com/office/officeart/2018/2/layout/IconVerticalSolidList"/>
    <dgm:cxn modelId="{9366FC31-1E18-4B96-BBDF-2C609B98A8E2}" type="presParOf" srcId="{8DCF096A-C830-422F-A86B-93F4F1B227F8}" destId="{64F64A67-95F3-4632-B312-C11D42F6ACA1}" srcOrd="1" destOrd="0" presId="urn:microsoft.com/office/officeart/2018/2/layout/IconVerticalSolidList"/>
    <dgm:cxn modelId="{C72F3EFC-A361-4DBD-BB23-4BECE22894D9}" type="presParOf" srcId="{8DCF096A-C830-422F-A86B-93F4F1B227F8}" destId="{610B539E-F894-43B9-9F8B-E744F8EED3F1}" srcOrd="2" destOrd="0" presId="urn:microsoft.com/office/officeart/2018/2/layout/IconVerticalSolidList"/>
    <dgm:cxn modelId="{B934D520-8081-4E60-98FB-5F510FFCFB08}" type="presParOf" srcId="{610B539E-F894-43B9-9F8B-E744F8EED3F1}" destId="{78719C30-2205-4FF6-A8F2-8D8D6F63B8FC}" srcOrd="0" destOrd="0" presId="urn:microsoft.com/office/officeart/2018/2/layout/IconVerticalSolidList"/>
    <dgm:cxn modelId="{FB28FF3D-1CD3-4BDD-8AF6-E2DD3EA7AA0F}" type="presParOf" srcId="{610B539E-F894-43B9-9F8B-E744F8EED3F1}" destId="{8E0E5363-5FD9-4C75-94A5-B64E0F4EE441}" srcOrd="1" destOrd="0" presId="urn:microsoft.com/office/officeart/2018/2/layout/IconVerticalSolidList"/>
    <dgm:cxn modelId="{A9F9413F-FB12-47EF-BAB2-D70EBBFAAA83}" type="presParOf" srcId="{610B539E-F894-43B9-9F8B-E744F8EED3F1}" destId="{54ACB8C0-DAE8-4EA4-8FBB-FCC18C21F556}" srcOrd="2" destOrd="0" presId="urn:microsoft.com/office/officeart/2018/2/layout/IconVerticalSolidList"/>
    <dgm:cxn modelId="{42463FAC-9980-487F-882E-A4E220A00B0E}" type="presParOf" srcId="{610B539E-F894-43B9-9F8B-E744F8EED3F1}" destId="{4F81FAF4-67C0-4B91-83BE-77AE7686131E}" srcOrd="3" destOrd="0" presId="urn:microsoft.com/office/officeart/2018/2/layout/IconVerticalSolidList"/>
    <dgm:cxn modelId="{A343DB33-B472-49EC-B7A8-94FBCDEA924D}" type="presParOf" srcId="{8DCF096A-C830-422F-A86B-93F4F1B227F8}" destId="{C79B720E-CAD6-4907-ABC5-3E020FEA9C29}" srcOrd="3" destOrd="0" presId="urn:microsoft.com/office/officeart/2018/2/layout/IconVerticalSolidList"/>
    <dgm:cxn modelId="{09F687D7-8CA1-45D2-A3A4-C0EA064700D1}" type="presParOf" srcId="{8DCF096A-C830-422F-A86B-93F4F1B227F8}" destId="{CCF15004-36F7-4600-98F2-6CDE5757105E}" srcOrd="4" destOrd="0" presId="urn:microsoft.com/office/officeart/2018/2/layout/IconVerticalSolidList"/>
    <dgm:cxn modelId="{387C7F3A-1FFB-4C00-9177-29A74F43B746}" type="presParOf" srcId="{CCF15004-36F7-4600-98F2-6CDE5757105E}" destId="{BEBA4A1C-98E8-41B1-8669-9D9546A3F878}" srcOrd="0" destOrd="0" presId="urn:microsoft.com/office/officeart/2018/2/layout/IconVerticalSolidList"/>
    <dgm:cxn modelId="{03FDE0DD-EF25-4937-8159-69E174169B90}" type="presParOf" srcId="{CCF15004-36F7-4600-98F2-6CDE5757105E}" destId="{4DD7E134-99F8-4201-AA1D-029F18B620C0}" srcOrd="1" destOrd="0" presId="urn:microsoft.com/office/officeart/2018/2/layout/IconVerticalSolidList"/>
    <dgm:cxn modelId="{05C19DDB-1C81-4072-9C07-6FC3BF67DB29}" type="presParOf" srcId="{CCF15004-36F7-4600-98F2-6CDE5757105E}" destId="{80093230-1DD5-4922-AD3A-6AD3C3AE14E3}" srcOrd="2" destOrd="0" presId="urn:microsoft.com/office/officeart/2018/2/layout/IconVerticalSolidList"/>
    <dgm:cxn modelId="{F86B58AA-228C-4F53-8167-A888A1FA80D8}" type="presParOf" srcId="{CCF15004-36F7-4600-98F2-6CDE5757105E}" destId="{6432A548-C782-428A-9D13-42EC1FC53C91}" srcOrd="3" destOrd="0" presId="urn:microsoft.com/office/officeart/2018/2/layout/IconVerticalSolidList"/>
    <dgm:cxn modelId="{DC7F46D8-1859-4389-972B-CFDC03BD2F9B}" type="presParOf" srcId="{8DCF096A-C830-422F-A86B-93F4F1B227F8}" destId="{50694191-8949-4C15-9726-BF95451710F9}" srcOrd="5" destOrd="0" presId="urn:microsoft.com/office/officeart/2018/2/layout/IconVerticalSolidList"/>
    <dgm:cxn modelId="{D652D77D-22CD-423A-BB63-0BEC4E6AB8A9}" type="presParOf" srcId="{8DCF096A-C830-422F-A86B-93F4F1B227F8}" destId="{A5780705-353D-405B-9060-40707A8F9EAF}" srcOrd="6" destOrd="0" presId="urn:microsoft.com/office/officeart/2018/2/layout/IconVerticalSolidList"/>
    <dgm:cxn modelId="{2E1CE7A9-F0D4-4E6C-9653-F0A3DDA18988}" type="presParOf" srcId="{A5780705-353D-405B-9060-40707A8F9EAF}" destId="{F29282D9-7ABB-4EB4-8BA6-CAB168177A3C}" srcOrd="0" destOrd="0" presId="urn:microsoft.com/office/officeart/2018/2/layout/IconVerticalSolidList"/>
    <dgm:cxn modelId="{3510D832-400E-4B18-8668-D6F95CC6D398}" type="presParOf" srcId="{A5780705-353D-405B-9060-40707A8F9EAF}" destId="{2209EA00-08D5-4A49-9B01-A4CE606CC491}" srcOrd="1" destOrd="0" presId="urn:microsoft.com/office/officeart/2018/2/layout/IconVerticalSolidList"/>
    <dgm:cxn modelId="{553DF9C7-D5C2-420D-9E58-B6594D332905}" type="presParOf" srcId="{A5780705-353D-405B-9060-40707A8F9EAF}" destId="{0AB3AB79-B4FF-47E8-8D1D-3811D9AE21AD}" srcOrd="2" destOrd="0" presId="urn:microsoft.com/office/officeart/2018/2/layout/IconVerticalSolidList"/>
    <dgm:cxn modelId="{891549E6-E2FF-4505-98C7-F2090EDE0DB1}" type="presParOf" srcId="{A5780705-353D-405B-9060-40707A8F9EAF}" destId="{1C92ACB4-4710-459C-AC6A-F3622AD64E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684B7A1-CA0C-4441-8611-D12B14CA4F9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B66AB-2451-44B8-B0E5-85667C7D7CC9}">
      <dgm:prSet/>
      <dgm:spPr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Transparent livestock evaluation</a:t>
          </a:r>
        </a:p>
      </dgm:t>
    </dgm:pt>
    <dgm:pt modelId="{38A5109A-1483-459E-9B0F-83522F5139F2}" type="parTrans" cxnId="{DE16DFEB-C88B-4A5D-99C6-648401D1CD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1CA4BB-F70D-4E48-8C05-D319663ACA13}" type="sibTrans" cxnId="{DE16DFEB-C88B-4A5D-99C6-648401D1CD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2EEEB7-5703-4847-80F2-FC70CBDDB449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Improved rural livelihoods</a:t>
          </a:r>
        </a:p>
      </dgm:t>
    </dgm:pt>
    <dgm:pt modelId="{8A01D5EA-6D8F-46FE-A15F-1325EFB453B5}" type="parTrans" cxnId="{F666DC89-6290-4F23-8B17-AC21254AAD0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9AA3F8-EEA5-4D1A-AFA4-7B6846322B03}" type="sibTrans" cxnId="{F666DC89-6290-4F23-8B17-AC21254AAD0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33E260-C953-4999-A014-700047947949}">
      <dgm:prSet/>
      <dgm:spPr>
        <a:ln>
          <a:solidFill>
            <a:schemeClr val="accent4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Higher productivity and profitability</a:t>
          </a:r>
        </a:p>
      </dgm:t>
    </dgm:pt>
    <dgm:pt modelId="{9D780E2B-6958-4EC7-B5E8-9379387B4C6B}" type="parTrans" cxnId="{492AC68F-CAFA-44FC-AAAC-1536601FEA6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F50E63-D49F-48A4-ADF9-DB0C9FEE3119}" type="sibTrans" cxnId="{492AC68F-CAFA-44FC-AAAC-1536601FEA6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11C4EC-7EC7-4D7B-9A4D-3BD21A961CD6}">
      <dgm:prSet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Sustainable farming practices</a:t>
          </a:r>
        </a:p>
      </dgm:t>
    </dgm:pt>
    <dgm:pt modelId="{96A4777C-C3E3-4EFE-B408-568E7F0E85E4}" type="parTrans" cxnId="{D24E3DAF-E964-4896-BF75-14A64259626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09850F-D8CD-4238-B610-1D5CE88D7F57}" type="sibTrans" cxnId="{D24E3DAF-E964-4896-BF75-14A64259626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5CE547-2728-4A3C-908E-3A46D782865C}" type="pres">
      <dgm:prSet presAssocID="{F684B7A1-CA0C-4441-8611-D12B14CA4F9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23FA581-DCE7-431C-8A61-A7834E036D14}" type="pres">
      <dgm:prSet presAssocID="{D2CB66AB-2451-44B8-B0E5-85667C7D7CC9}" presName="hierRoot1" presStyleCnt="0"/>
      <dgm:spPr/>
    </dgm:pt>
    <dgm:pt modelId="{44C98DF1-C6F3-4837-86E1-E297B961AB7F}" type="pres">
      <dgm:prSet presAssocID="{D2CB66AB-2451-44B8-B0E5-85667C7D7CC9}" presName="composite" presStyleCnt="0"/>
      <dgm:spPr/>
    </dgm:pt>
    <dgm:pt modelId="{2742E042-2579-45F8-8D94-B88B4A70A83A}" type="pres">
      <dgm:prSet presAssocID="{D2CB66AB-2451-44B8-B0E5-85667C7D7CC9}" presName="background" presStyleLbl="node0" presStyleIdx="0" presStyleCnt="4"/>
      <dgm:spPr>
        <a:solidFill>
          <a:schemeClr val="accent2">
            <a:lumMod val="60000"/>
            <a:lumOff val="40000"/>
          </a:schemeClr>
        </a:solidFill>
      </dgm:spPr>
    </dgm:pt>
    <dgm:pt modelId="{CD9154A4-8E49-468C-90AB-858A7E5E0768}" type="pres">
      <dgm:prSet presAssocID="{D2CB66AB-2451-44B8-B0E5-85667C7D7CC9}" presName="text" presStyleLbl="fgAcc0" presStyleIdx="0" presStyleCnt="4">
        <dgm:presLayoutVars>
          <dgm:chPref val="3"/>
        </dgm:presLayoutVars>
      </dgm:prSet>
      <dgm:spPr/>
    </dgm:pt>
    <dgm:pt modelId="{218FAAF7-5124-4F52-A006-9F9BF3CB64FF}" type="pres">
      <dgm:prSet presAssocID="{D2CB66AB-2451-44B8-B0E5-85667C7D7CC9}" presName="hierChild2" presStyleCnt="0"/>
      <dgm:spPr/>
    </dgm:pt>
    <dgm:pt modelId="{B49C6F91-D1E8-47DD-87B4-CBA9C01A9202}" type="pres">
      <dgm:prSet presAssocID="{E62EEEB7-5703-4847-80F2-FC70CBDDB449}" presName="hierRoot1" presStyleCnt="0"/>
      <dgm:spPr/>
    </dgm:pt>
    <dgm:pt modelId="{FA874EA6-62B6-4153-9C51-4A4F07A1F0A3}" type="pres">
      <dgm:prSet presAssocID="{E62EEEB7-5703-4847-80F2-FC70CBDDB449}" presName="composite" presStyleCnt="0"/>
      <dgm:spPr/>
    </dgm:pt>
    <dgm:pt modelId="{24A675B6-BF33-4CBF-8069-347B7BE3A29A}" type="pres">
      <dgm:prSet presAssocID="{E62EEEB7-5703-4847-80F2-FC70CBDDB449}" presName="background" presStyleLbl="node0" presStyleIdx="1" presStyleCnt="4"/>
      <dgm:spPr>
        <a:solidFill>
          <a:schemeClr val="accent3">
            <a:lumMod val="60000"/>
            <a:lumOff val="40000"/>
          </a:schemeClr>
        </a:solidFill>
      </dgm:spPr>
    </dgm:pt>
    <dgm:pt modelId="{5D4B0C35-610A-4010-BBE4-068260F4D4E3}" type="pres">
      <dgm:prSet presAssocID="{E62EEEB7-5703-4847-80F2-FC70CBDDB449}" presName="text" presStyleLbl="fgAcc0" presStyleIdx="1" presStyleCnt="4">
        <dgm:presLayoutVars>
          <dgm:chPref val="3"/>
        </dgm:presLayoutVars>
      </dgm:prSet>
      <dgm:spPr/>
    </dgm:pt>
    <dgm:pt modelId="{485BD2A6-EFDC-43A8-A7F6-24145080B67C}" type="pres">
      <dgm:prSet presAssocID="{E62EEEB7-5703-4847-80F2-FC70CBDDB449}" presName="hierChild2" presStyleCnt="0"/>
      <dgm:spPr/>
    </dgm:pt>
    <dgm:pt modelId="{A7ED5449-81C6-447F-B5B9-A866DA4CABB8}" type="pres">
      <dgm:prSet presAssocID="{1033E260-C953-4999-A014-700047947949}" presName="hierRoot1" presStyleCnt="0"/>
      <dgm:spPr/>
    </dgm:pt>
    <dgm:pt modelId="{795DFCF6-BB00-4BAF-9438-064BA0FF16B9}" type="pres">
      <dgm:prSet presAssocID="{1033E260-C953-4999-A014-700047947949}" presName="composite" presStyleCnt="0"/>
      <dgm:spPr/>
    </dgm:pt>
    <dgm:pt modelId="{FB08A62B-CA0B-4D6C-8CEA-92E15CC31AB0}" type="pres">
      <dgm:prSet presAssocID="{1033E260-C953-4999-A014-700047947949}" presName="background" presStyleLbl="node0" presStyleIdx="2" presStyleCnt="4"/>
      <dgm:spPr>
        <a:solidFill>
          <a:schemeClr val="accent4">
            <a:lumMod val="60000"/>
            <a:lumOff val="40000"/>
          </a:schemeClr>
        </a:solidFill>
      </dgm:spPr>
    </dgm:pt>
    <dgm:pt modelId="{79636A3C-5E44-41DF-893E-A21756B3287F}" type="pres">
      <dgm:prSet presAssocID="{1033E260-C953-4999-A014-700047947949}" presName="text" presStyleLbl="fgAcc0" presStyleIdx="2" presStyleCnt="4">
        <dgm:presLayoutVars>
          <dgm:chPref val="3"/>
        </dgm:presLayoutVars>
      </dgm:prSet>
      <dgm:spPr/>
    </dgm:pt>
    <dgm:pt modelId="{A7FB9B46-618D-4C00-835D-3D4757A927CD}" type="pres">
      <dgm:prSet presAssocID="{1033E260-C953-4999-A014-700047947949}" presName="hierChild2" presStyleCnt="0"/>
      <dgm:spPr/>
    </dgm:pt>
    <dgm:pt modelId="{31EE8C39-2309-4AFE-9587-7C11AB4457A3}" type="pres">
      <dgm:prSet presAssocID="{6E11C4EC-7EC7-4D7B-9A4D-3BD21A961CD6}" presName="hierRoot1" presStyleCnt="0"/>
      <dgm:spPr/>
    </dgm:pt>
    <dgm:pt modelId="{BFD9FE2F-2D3D-4FE5-8998-51F3735583DB}" type="pres">
      <dgm:prSet presAssocID="{6E11C4EC-7EC7-4D7B-9A4D-3BD21A961CD6}" presName="composite" presStyleCnt="0"/>
      <dgm:spPr/>
    </dgm:pt>
    <dgm:pt modelId="{C4F9055B-716B-49AB-A163-7DCB2F55CE41}" type="pres">
      <dgm:prSet presAssocID="{6E11C4EC-7EC7-4D7B-9A4D-3BD21A961CD6}" presName="background" presStyleLbl="node0" presStyleIdx="3" presStyleCnt="4"/>
      <dgm:spPr>
        <a:solidFill>
          <a:schemeClr val="accent5">
            <a:lumMod val="60000"/>
            <a:lumOff val="40000"/>
          </a:schemeClr>
        </a:solidFill>
      </dgm:spPr>
    </dgm:pt>
    <dgm:pt modelId="{310F5CAF-891E-41BE-AC57-C2CDB4C55602}" type="pres">
      <dgm:prSet presAssocID="{6E11C4EC-7EC7-4D7B-9A4D-3BD21A961CD6}" presName="text" presStyleLbl="fgAcc0" presStyleIdx="3" presStyleCnt="4">
        <dgm:presLayoutVars>
          <dgm:chPref val="3"/>
        </dgm:presLayoutVars>
      </dgm:prSet>
      <dgm:spPr/>
    </dgm:pt>
    <dgm:pt modelId="{FB7716A1-E7A8-4524-AF3E-375940C432E3}" type="pres">
      <dgm:prSet presAssocID="{6E11C4EC-7EC7-4D7B-9A4D-3BD21A961CD6}" presName="hierChild2" presStyleCnt="0"/>
      <dgm:spPr/>
    </dgm:pt>
  </dgm:ptLst>
  <dgm:cxnLst>
    <dgm:cxn modelId="{5A424E03-12CD-4126-9823-67AB33FD676D}" type="presOf" srcId="{6E11C4EC-7EC7-4D7B-9A4D-3BD21A961CD6}" destId="{310F5CAF-891E-41BE-AC57-C2CDB4C55602}" srcOrd="0" destOrd="0" presId="urn:microsoft.com/office/officeart/2005/8/layout/hierarchy1"/>
    <dgm:cxn modelId="{53C2794B-8559-4140-BF5A-71BA0D44D249}" type="presOf" srcId="{F684B7A1-CA0C-4441-8611-D12B14CA4F94}" destId="{E95CE547-2728-4A3C-908E-3A46D782865C}" srcOrd="0" destOrd="0" presId="urn:microsoft.com/office/officeart/2005/8/layout/hierarchy1"/>
    <dgm:cxn modelId="{DADBAB7B-4C9A-4D3A-877B-CAA2FE9A5B21}" type="presOf" srcId="{1033E260-C953-4999-A014-700047947949}" destId="{79636A3C-5E44-41DF-893E-A21756B3287F}" srcOrd="0" destOrd="0" presId="urn:microsoft.com/office/officeart/2005/8/layout/hierarchy1"/>
    <dgm:cxn modelId="{F666DC89-6290-4F23-8B17-AC21254AAD05}" srcId="{F684B7A1-CA0C-4441-8611-D12B14CA4F94}" destId="{E62EEEB7-5703-4847-80F2-FC70CBDDB449}" srcOrd="1" destOrd="0" parTransId="{8A01D5EA-6D8F-46FE-A15F-1325EFB453B5}" sibTransId="{529AA3F8-EEA5-4D1A-AFA4-7B6846322B03}"/>
    <dgm:cxn modelId="{492AC68F-CAFA-44FC-AAAC-1536601FEA66}" srcId="{F684B7A1-CA0C-4441-8611-D12B14CA4F94}" destId="{1033E260-C953-4999-A014-700047947949}" srcOrd="2" destOrd="0" parTransId="{9D780E2B-6958-4EC7-B5E8-9379387B4C6B}" sibTransId="{48F50E63-D49F-48A4-ADF9-DB0C9FEE3119}"/>
    <dgm:cxn modelId="{F175DAAB-B73F-4BD4-B20C-5921B8BAD88C}" type="presOf" srcId="{D2CB66AB-2451-44B8-B0E5-85667C7D7CC9}" destId="{CD9154A4-8E49-468C-90AB-858A7E5E0768}" srcOrd="0" destOrd="0" presId="urn:microsoft.com/office/officeart/2005/8/layout/hierarchy1"/>
    <dgm:cxn modelId="{D24E3DAF-E964-4896-BF75-14A642596260}" srcId="{F684B7A1-CA0C-4441-8611-D12B14CA4F94}" destId="{6E11C4EC-7EC7-4D7B-9A4D-3BD21A961CD6}" srcOrd="3" destOrd="0" parTransId="{96A4777C-C3E3-4EFE-B408-568E7F0E85E4}" sibTransId="{9F09850F-D8CD-4238-B610-1D5CE88D7F57}"/>
    <dgm:cxn modelId="{85ACA4DA-0EEB-4738-8411-3D7677009604}" type="presOf" srcId="{E62EEEB7-5703-4847-80F2-FC70CBDDB449}" destId="{5D4B0C35-610A-4010-BBE4-068260F4D4E3}" srcOrd="0" destOrd="0" presId="urn:microsoft.com/office/officeart/2005/8/layout/hierarchy1"/>
    <dgm:cxn modelId="{DE16DFEB-C88B-4A5D-99C6-648401D1CDB6}" srcId="{F684B7A1-CA0C-4441-8611-D12B14CA4F94}" destId="{D2CB66AB-2451-44B8-B0E5-85667C7D7CC9}" srcOrd="0" destOrd="0" parTransId="{38A5109A-1483-459E-9B0F-83522F5139F2}" sibTransId="{831CA4BB-F70D-4E48-8C05-D319663ACA13}"/>
    <dgm:cxn modelId="{5B1E4D24-1253-481E-A2B0-2172C82EE3EC}" type="presParOf" srcId="{E95CE547-2728-4A3C-908E-3A46D782865C}" destId="{723FA581-DCE7-431C-8A61-A7834E036D14}" srcOrd="0" destOrd="0" presId="urn:microsoft.com/office/officeart/2005/8/layout/hierarchy1"/>
    <dgm:cxn modelId="{E723DCAD-B71C-4B79-9836-C6088F3D1A22}" type="presParOf" srcId="{723FA581-DCE7-431C-8A61-A7834E036D14}" destId="{44C98DF1-C6F3-4837-86E1-E297B961AB7F}" srcOrd="0" destOrd="0" presId="urn:microsoft.com/office/officeart/2005/8/layout/hierarchy1"/>
    <dgm:cxn modelId="{4BF9524E-709E-4796-8DB9-C84771AD5F33}" type="presParOf" srcId="{44C98DF1-C6F3-4837-86E1-E297B961AB7F}" destId="{2742E042-2579-45F8-8D94-B88B4A70A83A}" srcOrd="0" destOrd="0" presId="urn:microsoft.com/office/officeart/2005/8/layout/hierarchy1"/>
    <dgm:cxn modelId="{21ABB872-FFB7-4BA5-8403-9573973837AE}" type="presParOf" srcId="{44C98DF1-C6F3-4837-86E1-E297B961AB7F}" destId="{CD9154A4-8E49-468C-90AB-858A7E5E0768}" srcOrd="1" destOrd="0" presId="urn:microsoft.com/office/officeart/2005/8/layout/hierarchy1"/>
    <dgm:cxn modelId="{58902059-4A83-4904-9FD5-A4E1A437FE1E}" type="presParOf" srcId="{723FA581-DCE7-431C-8A61-A7834E036D14}" destId="{218FAAF7-5124-4F52-A006-9F9BF3CB64FF}" srcOrd="1" destOrd="0" presId="urn:microsoft.com/office/officeart/2005/8/layout/hierarchy1"/>
    <dgm:cxn modelId="{263EAF04-2471-4642-AE60-318C8CFF7152}" type="presParOf" srcId="{E95CE547-2728-4A3C-908E-3A46D782865C}" destId="{B49C6F91-D1E8-47DD-87B4-CBA9C01A9202}" srcOrd="1" destOrd="0" presId="urn:microsoft.com/office/officeart/2005/8/layout/hierarchy1"/>
    <dgm:cxn modelId="{CD3735FD-7BBE-4925-8215-271FDFD9B74A}" type="presParOf" srcId="{B49C6F91-D1E8-47DD-87B4-CBA9C01A9202}" destId="{FA874EA6-62B6-4153-9C51-4A4F07A1F0A3}" srcOrd="0" destOrd="0" presId="urn:microsoft.com/office/officeart/2005/8/layout/hierarchy1"/>
    <dgm:cxn modelId="{42C724FF-6603-49D3-96C3-9E746DD8268F}" type="presParOf" srcId="{FA874EA6-62B6-4153-9C51-4A4F07A1F0A3}" destId="{24A675B6-BF33-4CBF-8069-347B7BE3A29A}" srcOrd="0" destOrd="0" presId="urn:microsoft.com/office/officeart/2005/8/layout/hierarchy1"/>
    <dgm:cxn modelId="{9AC8633E-B408-497B-B24D-0848F82AB7B3}" type="presParOf" srcId="{FA874EA6-62B6-4153-9C51-4A4F07A1F0A3}" destId="{5D4B0C35-610A-4010-BBE4-068260F4D4E3}" srcOrd="1" destOrd="0" presId="urn:microsoft.com/office/officeart/2005/8/layout/hierarchy1"/>
    <dgm:cxn modelId="{75ECD089-C82C-406D-BB67-B8ED45C6F351}" type="presParOf" srcId="{B49C6F91-D1E8-47DD-87B4-CBA9C01A9202}" destId="{485BD2A6-EFDC-43A8-A7F6-24145080B67C}" srcOrd="1" destOrd="0" presId="urn:microsoft.com/office/officeart/2005/8/layout/hierarchy1"/>
    <dgm:cxn modelId="{E83DC3B7-67FC-439D-9073-BE725D485D1D}" type="presParOf" srcId="{E95CE547-2728-4A3C-908E-3A46D782865C}" destId="{A7ED5449-81C6-447F-B5B9-A866DA4CABB8}" srcOrd="2" destOrd="0" presId="urn:microsoft.com/office/officeart/2005/8/layout/hierarchy1"/>
    <dgm:cxn modelId="{E6A9F469-599C-442C-B528-FD9E74404B0E}" type="presParOf" srcId="{A7ED5449-81C6-447F-B5B9-A866DA4CABB8}" destId="{795DFCF6-BB00-4BAF-9438-064BA0FF16B9}" srcOrd="0" destOrd="0" presId="urn:microsoft.com/office/officeart/2005/8/layout/hierarchy1"/>
    <dgm:cxn modelId="{A267FBC8-AD18-4B58-9D19-E71A5FE6D3C9}" type="presParOf" srcId="{795DFCF6-BB00-4BAF-9438-064BA0FF16B9}" destId="{FB08A62B-CA0B-4D6C-8CEA-92E15CC31AB0}" srcOrd="0" destOrd="0" presId="urn:microsoft.com/office/officeart/2005/8/layout/hierarchy1"/>
    <dgm:cxn modelId="{B6289C7B-D51F-4C8D-ACAE-071C236F5CBC}" type="presParOf" srcId="{795DFCF6-BB00-4BAF-9438-064BA0FF16B9}" destId="{79636A3C-5E44-41DF-893E-A21756B3287F}" srcOrd="1" destOrd="0" presId="urn:microsoft.com/office/officeart/2005/8/layout/hierarchy1"/>
    <dgm:cxn modelId="{390465B9-7D5D-4BB7-AE90-FC60BEA40F65}" type="presParOf" srcId="{A7ED5449-81C6-447F-B5B9-A866DA4CABB8}" destId="{A7FB9B46-618D-4C00-835D-3D4757A927CD}" srcOrd="1" destOrd="0" presId="urn:microsoft.com/office/officeart/2005/8/layout/hierarchy1"/>
    <dgm:cxn modelId="{A35134F1-B169-4B3F-823C-67F1D068CD39}" type="presParOf" srcId="{E95CE547-2728-4A3C-908E-3A46D782865C}" destId="{31EE8C39-2309-4AFE-9587-7C11AB4457A3}" srcOrd="3" destOrd="0" presId="urn:microsoft.com/office/officeart/2005/8/layout/hierarchy1"/>
    <dgm:cxn modelId="{7D261649-78F3-45C9-A7D7-DDBDCBCE8248}" type="presParOf" srcId="{31EE8C39-2309-4AFE-9587-7C11AB4457A3}" destId="{BFD9FE2F-2D3D-4FE5-8998-51F3735583DB}" srcOrd="0" destOrd="0" presId="urn:microsoft.com/office/officeart/2005/8/layout/hierarchy1"/>
    <dgm:cxn modelId="{25B5D7FA-7637-442A-9171-03012F8E442B}" type="presParOf" srcId="{BFD9FE2F-2D3D-4FE5-8998-51F3735583DB}" destId="{C4F9055B-716B-49AB-A163-7DCB2F55CE41}" srcOrd="0" destOrd="0" presId="urn:microsoft.com/office/officeart/2005/8/layout/hierarchy1"/>
    <dgm:cxn modelId="{7F0C267F-6B72-4A7E-A5FC-5C3663888591}" type="presParOf" srcId="{BFD9FE2F-2D3D-4FE5-8998-51F3735583DB}" destId="{310F5CAF-891E-41BE-AC57-C2CDB4C55602}" srcOrd="1" destOrd="0" presId="urn:microsoft.com/office/officeart/2005/8/layout/hierarchy1"/>
    <dgm:cxn modelId="{18809791-9674-4DBB-AB00-0AF7D128081D}" type="presParOf" srcId="{31EE8C39-2309-4AFE-9587-7C11AB4457A3}" destId="{FB7716A1-E7A8-4524-AF3E-375940C432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7D405D0-C78B-4236-8617-855912BEF2DA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E3C1098-953C-4F82-BD65-8398BB85B88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AI can remove bias from livestock assessment</a:t>
          </a:r>
        </a:p>
      </dgm:t>
    </dgm:pt>
    <dgm:pt modelId="{B738BD62-DC63-4CE0-BB63-CDEB9E6A2225}" type="parTrans" cxnId="{4F9A4DB6-27A8-4359-9821-D49B60D7A093}">
      <dgm:prSet/>
      <dgm:spPr/>
      <dgm:t>
        <a:bodyPr/>
        <a:lstStyle/>
        <a:p>
          <a:endParaRPr lang="en-US"/>
        </a:p>
      </dgm:t>
    </dgm:pt>
    <dgm:pt modelId="{74DFF9C9-4B4D-4422-B18A-7BFFA4CDFDA3}" type="sibTrans" cxnId="{4F9A4DB6-27A8-4359-9821-D49B60D7A093}">
      <dgm:prSet/>
      <dgm:spPr/>
      <dgm:t>
        <a:bodyPr/>
        <a:lstStyle/>
        <a:p>
          <a:endParaRPr lang="en-US"/>
        </a:p>
      </dgm:t>
    </dgm:pt>
    <dgm:pt modelId="{F76E2A08-EFF6-42AB-9903-460A68F65496}">
      <dgm:prSet custT="1"/>
      <dgm:spPr/>
      <dgm:t>
        <a:bodyPr/>
        <a:lstStyle/>
        <a:p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Image-based systems are practical in </a:t>
          </a:r>
          <a:r>
            <a:rPr 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rural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India</a:t>
          </a:r>
        </a:p>
      </dgm:t>
    </dgm:pt>
    <dgm:pt modelId="{5948EE9A-8AE3-4F14-A34A-C8AFC0D33F0F}" type="parTrans" cxnId="{7936596B-280C-4D2A-A267-F517CE08F5EF}">
      <dgm:prSet/>
      <dgm:spPr/>
      <dgm:t>
        <a:bodyPr/>
        <a:lstStyle/>
        <a:p>
          <a:endParaRPr lang="en-US"/>
        </a:p>
      </dgm:t>
    </dgm:pt>
    <dgm:pt modelId="{3AE6BA63-7A01-40CD-8127-E3352FB744A8}" type="sibTrans" cxnId="{7936596B-280C-4D2A-A267-F517CE08F5EF}">
      <dgm:prSet/>
      <dgm:spPr/>
      <dgm:t>
        <a:bodyPr/>
        <a:lstStyle/>
        <a:p>
          <a:endParaRPr lang="en-US"/>
        </a:p>
      </dgm:t>
    </dgm:pt>
    <dgm:pt modelId="{4AEBCF6C-BFFF-4F0D-8A0D-56C9D3C0080B}">
      <dgm:prSet/>
      <dgm:spPr/>
      <dgm:t>
        <a:bodyPr/>
        <a:lstStyle/>
        <a:p>
          <a:r>
            <a:rPr lang="en-US" dirty="0"/>
            <a:t>Standardization without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physical</a:t>
          </a:r>
          <a:r>
            <a:rPr lang="en-US" dirty="0"/>
            <a:t> contact is achievable</a:t>
          </a:r>
        </a:p>
      </dgm:t>
    </dgm:pt>
    <dgm:pt modelId="{CE180D6F-BC50-4B6A-B333-021978B6082C}" type="parTrans" cxnId="{F0607B2D-EF68-46E3-A583-95DFA992353A}">
      <dgm:prSet/>
      <dgm:spPr/>
      <dgm:t>
        <a:bodyPr/>
        <a:lstStyle/>
        <a:p>
          <a:endParaRPr lang="en-US"/>
        </a:p>
      </dgm:t>
    </dgm:pt>
    <dgm:pt modelId="{C1F055EA-8C10-4535-82EF-31615274AE08}" type="sibTrans" cxnId="{F0607B2D-EF68-46E3-A583-95DFA992353A}">
      <dgm:prSet/>
      <dgm:spPr/>
      <dgm:t>
        <a:bodyPr/>
        <a:lstStyle/>
        <a:p>
          <a:endParaRPr lang="en-US"/>
        </a:p>
      </dgm:t>
    </dgm:pt>
    <dgm:pt modelId="{000B0F3B-4F7B-4489-8532-339E6760A3A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Next step: Pilot deployment and real-world validation</a:t>
          </a:r>
        </a:p>
      </dgm:t>
    </dgm:pt>
    <dgm:pt modelId="{9B55D25C-999B-40C8-BC34-71771F6B3563}" type="parTrans" cxnId="{67EE8FBC-79FB-46A3-9ECD-4FB620EB8E7E}">
      <dgm:prSet/>
      <dgm:spPr/>
      <dgm:t>
        <a:bodyPr/>
        <a:lstStyle/>
        <a:p>
          <a:endParaRPr lang="en-US"/>
        </a:p>
      </dgm:t>
    </dgm:pt>
    <dgm:pt modelId="{E4A71D13-C6D9-430B-B2D8-B0B5E05206D1}" type="sibTrans" cxnId="{67EE8FBC-79FB-46A3-9ECD-4FB620EB8E7E}">
      <dgm:prSet/>
      <dgm:spPr/>
      <dgm:t>
        <a:bodyPr/>
        <a:lstStyle/>
        <a:p>
          <a:endParaRPr lang="en-US"/>
        </a:p>
      </dgm:t>
    </dgm:pt>
    <dgm:pt modelId="{EFBB7485-BB8F-4716-A52D-9AD1C739836D}" type="pres">
      <dgm:prSet presAssocID="{E7D405D0-C78B-4236-8617-855912BEF2DA}" presName="vert0" presStyleCnt="0">
        <dgm:presLayoutVars>
          <dgm:dir/>
          <dgm:animOne val="branch"/>
          <dgm:animLvl val="lvl"/>
        </dgm:presLayoutVars>
      </dgm:prSet>
      <dgm:spPr/>
    </dgm:pt>
    <dgm:pt modelId="{D602A319-28EE-4C81-8D96-8C61E4BB6690}" type="pres">
      <dgm:prSet presAssocID="{AE3C1098-953C-4F82-BD65-8398BB85B88A}" presName="thickLine" presStyleLbl="alignNode1" presStyleIdx="0" presStyleCnt="4"/>
      <dgm:spPr/>
    </dgm:pt>
    <dgm:pt modelId="{02AA8B16-D850-49E1-B02E-61D91AEC97B3}" type="pres">
      <dgm:prSet presAssocID="{AE3C1098-953C-4F82-BD65-8398BB85B88A}" presName="horz1" presStyleCnt="0"/>
      <dgm:spPr/>
    </dgm:pt>
    <dgm:pt modelId="{4C29AD3F-99DD-470C-8AA1-3E7E2C743AC8}" type="pres">
      <dgm:prSet presAssocID="{AE3C1098-953C-4F82-BD65-8398BB85B88A}" presName="tx1" presStyleLbl="revTx" presStyleIdx="0" presStyleCnt="4"/>
      <dgm:spPr/>
    </dgm:pt>
    <dgm:pt modelId="{795A45C8-8BFA-482C-9760-F23A9236981F}" type="pres">
      <dgm:prSet presAssocID="{AE3C1098-953C-4F82-BD65-8398BB85B88A}" presName="vert1" presStyleCnt="0"/>
      <dgm:spPr/>
    </dgm:pt>
    <dgm:pt modelId="{08523C52-073B-430D-AA56-3CE3D124258E}" type="pres">
      <dgm:prSet presAssocID="{F76E2A08-EFF6-42AB-9903-460A68F65496}" presName="thickLine" presStyleLbl="alignNode1" presStyleIdx="1" presStyleCnt="4"/>
      <dgm:spPr/>
    </dgm:pt>
    <dgm:pt modelId="{D8D70CDF-4D77-4B8D-AF81-849ADDBEA08E}" type="pres">
      <dgm:prSet presAssocID="{F76E2A08-EFF6-42AB-9903-460A68F65496}" presName="horz1" presStyleCnt="0"/>
      <dgm:spPr/>
    </dgm:pt>
    <dgm:pt modelId="{0FF54837-83B9-4C3E-ABE1-2EAB47A632DA}" type="pres">
      <dgm:prSet presAssocID="{F76E2A08-EFF6-42AB-9903-460A68F65496}" presName="tx1" presStyleLbl="revTx" presStyleIdx="1" presStyleCnt="4"/>
      <dgm:spPr/>
    </dgm:pt>
    <dgm:pt modelId="{7464A1CC-D42B-465A-AEDD-C8F046E0009B}" type="pres">
      <dgm:prSet presAssocID="{F76E2A08-EFF6-42AB-9903-460A68F65496}" presName="vert1" presStyleCnt="0"/>
      <dgm:spPr/>
    </dgm:pt>
    <dgm:pt modelId="{FF4B6171-B865-407F-899C-62F49D39608B}" type="pres">
      <dgm:prSet presAssocID="{4AEBCF6C-BFFF-4F0D-8A0D-56C9D3C0080B}" presName="thickLine" presStyleLbl="alignNode1" presStyleIdx="2" presStyleCnt="4"/>
      <dgm:spPr/>
    </dgm:pt>
    <dgm:pt modelId="{4CDF0373-F640-453D-8401-FF363F0DC564}" type="pres">
      <dgm:prSet presAssocID="{4AEBCF6C-BFFF-4F0D-8A0D-56C9D3C0080B}" presName="horz1" presStyleCnt="0"/>
      <dgm:spPr/>
    </dgm:pt>
    <dgm:pt modelId="{251C27B4-3AB8-4320-9BF8-24D70121D7F3}" type="pres">
      <dgm:prSet presAssocID="{4AEBCF6C-BFFF-4F0D-8A0D-56C9D3C0080B}" presName="tx1" presStyleLbl="revTx" presStyleIdx="2" presStyleCnt="4"/>
      <dgm:spPr/>
    </dgm:pt>
    <dgm:pt modelId="{8AB48538-F8C9-4C46-BEB9-394E87D69D13}" type="pres">
      <dgm:prSet presAssocID="{4AEBCF6C-BFFF-4F0D-8A0D-56C9D3C0080B}" presName="vert1" presStyleCnt="0"/>
      <dgm:spPr/>
    </dgm:pt>
    <dgm:pt modelId="{A3E2C466-05BF-4AD7-ACAE-ECCE72928D86}" type="pres">
      <dgm:prSet presAssocID="{000B0F3B-4F7B-4489-8532-339E6760A3AA}" presName="thickLine" presStyleLbl="alignNode1" presStyleIdx="3" presStyleCnt="4"/>
      <dgm:spPr/>
    </dgm:pt>
    <dgm:pt modelId="{185EFB62-E144-42FA-A5EA-D2B96E950082}" type="pres">
      <dgm:prSet presAssocID="{000B0F3B-4F7B-4489-8532-339E6760A3AA}" presName="horz1" presStyleCnt="0"/>
      <dgm:spPr/>
    </dgm:pt>
    <dgm:pt modelId="{3EECB914-A450-4737-8767-70177542A5B3}" type="pres">
      <dgm:prSet presAssocID="{000B0F3B-4F7B-4489-8532-339E6760A3AA}" presName="tx1" presStyleLbl="revTx" presStyleIdx="3" presStyleCnt="4"/>
      <dgm:spPr/>
    </dgm:pt>
    <dgm:pt modelId="{4F0BF3FD-8E98-466F-BFC8-FD27523C4006}" type="pres">
      <dgm:prSet presAssocID="{000B0F3B-4F7B-4489-8532-339E6760A3AA}" presName="vert1" presStyleCnt="0"/>
      <dgm:spPr/>
    </dgm:pt>
  </dgm:ptLst>
  <dgm:cxnLst>
    <dgm:cxn modelId="{F0607B2D-EF68-46E3-A583-95DFA992353A}" srcId="{E7D405D0-C78B-4236-8617-855912BEF2DA}" destId="{4AEBCF6C-BFFF-4F0D-8A0D-56C9D3C0080B}" srcOrd="2" destOrd="0" parTransId="{CE180D6F-BC50-4B6A-B333-021978B6082C}" sibTransId="{C1F055EA-8C10-4535-82EF-31615274AE08}"/>
    <dgm:cxn modelId="{E657C140-7EC5-40A2-B92D-BC9516846CD2}" type="presOf" srcId="{E7D405D0-C78B-4236-8617-855912BEF2DA}" destId="{EFBB7485-BB8F-4716-A52D-9AD1C739836D}" srcOrd="0" destOrd="0" presId="urn:microsoft.com/office/officeart/2008/layout/LinedList"/>
    <dgm:cxn modelId="{CC162C46-3410-4A4B-AE96-D2E4BDF68DD1}" type="presOf" srcId="{000B0F3B-4F7B-4489-8532-339E6760A3AA}" destId="{3EECB914-A450-4737-8767-70177542A5B3}" srcOrd="0" destOrd="0" presId="urn:microsoft.com/office/officeart/2008/layout/LinedList"/>
    <dgm:cxn modelId="{7936596B-280C-4D2A-A267-F517CE08F5EF}" srcId="{E7D405D0-C78B-4236-8617-855912BEF2DA}" destId="{F76E2A08-EFF6-42AB-9903-460A68F65496}" srcOrd="1" destOrd="0" parTransId="{5948EE9A-8AE3-4F14-A34A-C8AFC0D33F0F}" sibTransId="{3AE6BA63-7A01-40CD-8127-E3352FB744A8}"/>
    <dgm:cxn modelId="{08F74150-17B1-4314-A3FF-C176B645C630}" type="presOf" srcId="{AE3C1098-953C-4F82-BD65-8398BB85B88A}" destId="{4C29AD3F-99DD-470C-8AA1-3E7E2C743AC8}" srcOrd="0" destOrd="0" presId="urn:microsoft.com/office/officeart/2008/layout/LinedList"/>
    <dgm:cxn modelId="{1788AD53-EEA7-431A-B43F-4540868009A9}" type="presOf" srcId="{F76E2A08-EFF6-42AB-9903-460A68F65496}" destId="{0FF54837-83B9-4C3E-ABE1-2EAB47A632DA}" srcOrd="0" destOrd="0" presId="urn:microsoft.com/office/officeart/2008/layout/LinedList"/>
    <dgm:cxn modelId="{4F9A4DB6-27A8-4359-9821-D49B60D7A093}" srcId="{E7D405D0-C78B-4236-8617-855912BEF2DA}" destId="{AE3C1098-953C-4F82-BD65-8398BB85B88A}" srcOrd="0" destOrd="0" parTransId="{B738BD62-DC63-4CE0-BB63-CDEB9E6A2225}" sibTransId="{74DFF9C9-4B4D-4422-B18A-7BFFA4CDFDA3}"/>
    <dgm:cxn modelId="{314EC2BB-6709-4E11-A5E6-8A6BAA4949F3}" type="presOf" srcId="{4AEBCF6C-BFFF-4F0D-8A0D-56C9D3C0080B}" destId="{251C27B4-3AB8-4320-9BF8-24D70121D7F3}" srcOrd="0" destOrd="0" presId="urn:microsoft.com/office/officeart/2008/layout/LinedList"/>
    <dgm:cxn modelId="{67EE8FBC-79FB-46A3-9ECD-4FB620EB8E7E}" srcId="{E7D405D0-C78B-4236-8617-855912BEF2DA}" destId="{000B0F3B-4F7B-4489-8532-339E6760A3AA}" srcOrd="3" destOrd="0" parTransId="{9B55D25C-999B-40C8-BC34-71771F6B3563}" sibTransId="{E4A71D13-C6D9-430B-B2D8-B0B5E05206D1}"/>
    <dgm:cxn modelId="{F2681022-3AF9-44EB-BC3A-2BE60E8C354C}" type="presParOf" srcId="{EFBB7485-BB8F-4716-A52D-9AD1C739836D}" destId="{D602A319-28EE-4C81-8D96-8C61E4BB6690}" srcOrd="0" destOrd="0" presId="urn:microsoft.com/office/officeart/2008/layout/LinedList"/>
    <dgm:cxn modelId="{64EFEED6-56F0-466E-8F4F-1D3F8EFEE454}" type="presParOf" srcId="{EFBB7485-BB8F-4716-A52D-9AD1C739836D}" destId="{02AA8B16-D850-49E1-B02E-61D91AEC97B3}" srcOrd="1" destOrd="0" presId="urn:microsoft.com/office/officeart/2008/layout/LinedList"/>
    <dgm:cxn modelId="{B722DDF3-727B-49D3-AA49-F1917E03BFED}" type="presParOf" srcId="{02AA8B16-D850-49E1-B02E-61D91AEC97B3}" destId="{4C29AD3F-99DD-470C-8AA1-3E7E2C743AC8}" srcOrd="0" destOrd="0" presId="urn:microsoft.com/office/officeart/2008/layout/LinedList"/>
    <dgm:cxn modelId="{3827D592-9521-4DDD-846E-780321C286D4}" type="presParOf" srcId="{02AA8B16-D850-49E1-B02E-61D91AEC97B3}" destId="{795A45C8-8BFA-482C-9760-F23A9236981F}" srcOrd="1" destOrd="0" presId="urn:microsoft.com/office/officeart/2008/layout/LinedList"/>
    <dgm:cxn modelId="{93424AE2-FDFD-4F2C-BE61-2EC977CB1D9A}" type="presParOf" srcId="{EFBB7485-BB8F-4716-A52D-9AD1C739836D}" destId="{08523C52-073B-430D-AA56-3CE3D124258E}" srcOrd="2" destOrd="0" presId="urn:microsoft.com/office/officeart/2008/layout/LinedList"/>
    <dgm:cxn modelId="{9DBE9210-AC74-48DC-9EE4-A3F8A1C84379}" type="presParOf" srcId="{EFBB7485-BB8F-4716-A52D-9AD1C739836D}" destId="{D8D70CDF-4D77-4B8D-AF81-849ADDBEA08E}" srcOrd="3" destOrd="0" presId="urn:microsoft.com/office/officeart/2008/layout/LinedList"/>
    <dgm:cxn modelId="{4B979F5E-7B9E-499E-A15F-E5F02C2F9757}" type="presParOf" srcId="{D8D70CDF-4D77-4B8D-AF81-849ADDBEA08E}" destId="{0FF54837-83B9-4C3E-ABE1-2EAB47A632DA}" srcOrd="0" destOrd="0" presId="urn:microsoft.com/office/officeart/2008/layout/LinedList"/>
    <dgm:cxn modelId="{6042D8D8-C69E-4113-90A9-22C9308E0294}" type="presParOf" srcId="{D8D70CDF-4D77-4B8D-AF81-849ADDBEA08E}" destId="{7464A1CC-D42B-465A-AEDD-C8F046E0009B}" srcOrd="1" destOrd="0" presId="urn:microsoft.com/office/officeart/2008/layout/LinedList"/>
    <dgm:cxn modelId="{5F2F9B96-D9E8-40DE-BE12-21032D9DE094}" type="presParOf" srcId="{EFBB7485-BB8F-4716-A52D-9AD1C739836D}" destId="{FF4B6171-B865-407F-899C-62F49D39608B}" srcOrd="4" destOrd="0" presId="urn:microsoft.com/office/officeart/2008/layout/LinedList"/>
    <dgm:cxn modelId="{AF243FEB-8368-4E5F-BBF1-4668746FBE52}" type="presParOf" srcId="{EFBB7485-BB8F-4716-A52D-9AD1C739836D}" destId="{4CDF0373-F640-453D-8401-FF363F0DC564}" srcOrd="5" destOrd="0" presId="urn:microsoft.com/office/officeart/2008/layout/LinedList"/>
    <dgm:cxn modelId="{30990FA0-C39E-4E8D-BC61-A16D95D6F489}" type="presParOf" srcId="{4CDF0373-F640-453D-8401-FF363F0DC564}" destId="{251C27B4-3AB8-4320-9BF8-24D70121D7F3}" srcOrd="0" destOrd="0" presId="urn:microsoft.com/office/officeart/2008/layout/LinedList"/>
    <dgm:cxn modelId="{FBFA3932-7967-41B4-9225-DF8068016195}" type="presParOf" srcId="{4CDF0373-F640-453D-8401-FF363F0DC564}" destId="{8AB48538-F8C9-4C46-BEB9-394E87D69D13}" srcOrd="1" destOrd="0" presId="urn:microsoft.com/office/officeart/2008/layout/LinedList"/>
    <dgm:cxn modelId="{52CC7B57-82A3-4BCB-881A-7B42C6D0DEB1}" type="presParOf" srcId="{EFBB7485-BB8F-4716-A52D-9AD1C739836D}" destId="{A3E2C466-05BF-4AD7-ACAE-ECCE72928D86}" srcOrd="6" destOrd="0" presId="urn:microsoft.com/office/officeart/2008/layout/LinedList"/>
    <dgm:cxn modelId="{D2F45526-E8B5-4C7B-A565-4D39D09B620B}" type="presParOf" srcId="{EFBB7485-BB8F-4716-A52D-9AD1C739836D}" destId="{185EFB62-E144-42FA-A5EA-D2B96E950082}" srcOrd="7" destOrd="0" presId="urn:microsoft.com/office/officeart/2008/layout/LinedList"/>
    <dgm:cxn modelId="{6FCAB77E-6A2B-41E5-AA86-57B58D21BEEC}" type="presParOf" srcId="{185EFB62-E144-42FA-A5EA-D2B96E950082}" destId="{3EECB914-A450-4737-8767-70177542A5B3}" srcOrd="0" destOrd="0" presId="urn:microsoft.com/office/officeart/2008/layout/LinedList"/>
    <dgm:cxn modelId="{FA2DA9B5-7F7D-4946-BD4C-2FA6E3D75860}" type="presParOf" srcId="{185EFB62-E144-42FA-A5EA-D2B96E950082}" destId="{4F0BF3FD-8E98-466F-BFC8-FD27523C40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D7A01-0C62-470E-85EA-C05D0607DD62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D0408-3751-4F57-A3E3-8A560B8DAE36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CCCB3-E1E2-4906-85FF-17F9895C28F9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User uploads animal image</a:t>
          </a:r>
        </a:p>
      </dsp:txBody>
      <dsp:txXfrm>
        <a:off x="1059754" y="4307"/>
        <a:ext cx="3713413" cy="917536"/>
      </dsp:txXfrm>
    </dsp:sp>
    <dsp:sp modelId="{378D669D-8707-445E-8286-D8630DEDF051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30AD1-8F11-4950-828F-599106A2A27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5F3FD-A30E-4AF6-BD9A-E9B83161E650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Animal detection and landmark identification</a:t>
          </a:r>
        </a:p>
      </dsp:txBody>
      <dsp:txXfrm>
        <a:off x="1059754" y="1151227"/>
        <a:ext cx="3713413" cy="917536"/>
      </dsp:txXfrm>
    </dsp:sp>
    <dsp:sp modelId="{E7EA3F30-99E6-4C67-9BAE-3D2F0E56972F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DC56C-D07F-4530-A501-FE6F1033F75C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0BE0E-F3A0-46D9-88A1-7E99FDBFC3C5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Physical measurements computed</a:t>
          </a:r>
        </a:p>
      </dsp:txBody>
      <dsp:txXfrm>
        <a:off x="1059754" y="2298147"/>
        <a:ext cx="3713413" cy="917536"/>
      </dsp:txXfrm>
    </dsp:sp>
    <dsp:sp modelId="{FC126344-5363-4DAF-A4C4-B599D9310677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5F585-6AD2-4070-94C1-55A1816E1127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2A55E-00FF-4E6A-8B84-C7FACCD72F8A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Scores standardized and stored</a:t>
          </a:r>
        </a:p>
      </dsp:txBody>
      <dsp:txXfrm>
        <a:off x="1059754" y="3445068"/>
        <a:ext cx="3713413" cy="917536"/>
      </dsp:txXfrm>
    </dsp:sp>
    <dsp:sp modelId="{82DEAFF1-EFE4-4750-A4ED-FE4214F517CF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28877-6242-405D-AD27-8ADBEBF6E90B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D343B-AF4F-446B-B750-2532F84CEA63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Structured output</a:t>
          </a:r>
        </a:p>
      </dsp:txBody>
      <dsp:txXfrm>
        <a:off x="1059754" y="4591988"/>
        <a:ext cx="3713413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5FFE0-FBE7-419A-BECA-404835CECD30}">
      <dsp:nvSpPr>
        <dsp:cNvPr id="0" name=""/>
        <dsp:cNvSpPr/>
      </dsp:nvSpPr>
      <dsp:spPr>
        <a:xfrm>
          <a:off x="0" y="3356"/>
          <a:ext cx="3729326" cy="714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16FE0-A7DD-4531-977F-59A3FA0AC887}">
      <dsp:nvSpPr>
        <dsp:cNvPr id="0" name=""/>
        <dsp:cNvSpPr/>
      </dsp:nvSpPr>
      <dsp:spPr>
        <a:xfrm>
          <a:off x="216286" y="164231"/>
          <a:ext cx="393248" cy="393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359D4-B202-484B-A7FD-8CE0241C1306}">
      <dsp:nvSpPr>
        <dsp:cNvPr id="0" name=""/>
        <dsp:cNvSpPr/>
      </dsp:nvSpPr>
      <dsp:spPr>
        <a:xfrm>
          <a:off x="825821" y="3356"/>
          <a:ext cx="2903504" cy="714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71" tIns="75671" rIns="75671" bIns="756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input</a:t>
          </a:r>
        </a:p>
      </dsp:txBody>
      <dsp:txXfrm>
        <a:off x="825821" y="3356"/>
        <a:ext cx="2903504" cy="714997"/>
      </dsp:txXfrm>
    </dsp:sp>
    <dsp:sp modelId="{BB2BD06B-3B39-4AF1-B855-4F36C6BAEF28}">
      <dsp:nvSpPr>
        <dsp:cNvPr id="0" name=""/>
        <dsp:cNvSpPr/>
      </dsp:nvSpPr>
      <dsp:spPr>
        <a:xfrm>
          <a:off x="0" y="897103"/>
          <a:ext cx="3729326" cy="714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26E8E-A338-424E-B715-7ADF1CD7730F}">
      <dsp:nvSpPr>
        <dsp:cNvPr id="0" name=""/>
        <dsp:cNvSpPr/>
      </dsp:nvSpPr>
      <dsp:spPr>
        <a:xfrm>
          <a:off x="216286" y="1057977"/>
          <a:ext cx="393248" cy="393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E17DF-1A98-4054-AC08-3F32671A7B72}">
      <dsp:nvSpPr>
        <dsp:cNvPr id="0" name=""/>
        <dsp:cNvSpPr/>
      </dsp:nvSpPr>
      <dsp:spPr>
        <a:xfrm>
          <a:off x="825821" y="897103"/>
          <a:ext cx="2903504" cy="714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71" tIns="75671" rIns="75671" bIns="756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Animal detection</a:t>
          </a:r>
        </a:p>
      </dsp:txBody>
      <dsp:txXfrm>
        <a:off x="825821" y="897103"/>
        <a:ext cx="2903504" cy="714997"/>
      </dsp:txXfrm>
    </dsp:sp>
    <dsp:sp modelId="{C81F5F3C-BE0E-412B-B0E7-1FA786B32E4C}">
      <dsp:nvSpPr>
        <dsp:cNvPr id="0" name=""/>
        <dsp:cNvSpPr/>
      </dsp:nvSpPr>
      <dsp:spPr>
        <a:xfrm>
          <a:off x="0" y="1790849"/>
          <a:ext cx="3729326" cy="714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28CCA-8257-4E1A-A46A-7B12F585F2FF}">
      <dsp:nvSpPr>
        <dsp:cNvPr id="0" name=""/>
        <dsp:cNvSpPr/>
      </dsp:nvSpPr>
      <dsp:spPr>
        <a:xfrm>
          <a:off x="216286" y="1951724"/>
          <a:ext cx="393248" cy="393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27B52-1F2F-4103-B35E-E44FE9EF1A63}">
      <dsp:nvSpPr>
        <dsp:cNvPr id="0" name=""/>
        <dsp:cNvSpPr/>
      </dsp:nvSpPr>
      <dsp:spPr>
        <a:xfrm>
          <a:off x="825821" y="1790849"/>
          <a:ext cx="2903504" cy="714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71" tIns="75671" rIns="75671" bIns="756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Landmark / </a:t>
          </a:r>
          <a:r>
            <a:rPr lang="en-US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keypoint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detection</a:t>
          </a:r>
        </a:p>
      </dsp:txBody>
      <dsp:txXfrm>
        <a:off x="825821" y="1790849"/>
        <a:ext cx="2903504" cy="714997"/>
      </dsp:txXfrm>
    </dsp:sp>
    <dsp:sp modelId="{431EB792-5AFF-46A3-8020-6771D273EBF3}">
      <dsp:nvSpPr>
        <dsp:cNvPr id="0" name=""/>
        <dsp:cNvSpPr/>
      </dsp:nvSpPr>
      <dsp:spPr>
        <a:xfrm>
          <a:off x="0" y="2684596"/>
          <a:ext cx="3729326" cy="714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4EF74-E0CE-4F33-8B0E-0F7AE5547665}">
      <dsp:nvSpPr>
        <dsp:cNvPr id="0" name=""/>
        <dsp:cNvSpPr/>
      </dsp:nvSpPr>
      <dsp:spPr>
        <a:xfrm>
          <a:off x="216286" y="2845470"/>
          <a:ext cx="393248" cy="3932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C2EB2-79A4-4C46-B3DC-664F7BDC427F}">
      <dsp:nvSpPr>
        <dsp:cNvPr id="0" name=""/>
        <dsp:cNvSpPr/>
      </dsp:nvSpPr>
      <dsp:spPr>
        <a:xfrm>
          <a:off x="825821" y="2684596"/>
          <a:ext cx="2903504" cy="714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71" tIns="75671" rIns="75671" bIns="756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Measurement calculation</a:t>
          </a:r>
        </a:p>
      </dsp:txBody>
      <dsp:txXfrm>
        <a:off x="825821" y="2684596"/>
        <a:ext cx="2903504" cy="714997"/>
      </dsp:txXfrm>
    </dsp:sp>
    <dsp:sp modelId="{EEC9F9F2-2BE0-4F59-B12E-F248CA02447A}">
      <dsp:nvSpPr>
        <dsp:cNvPr id="0" name=""/>
        <dsp:cNvSpPr/>
      </dsp:nvSpPr>
      <dsp:spPr>
        <a:xfrm>
          <a:off x="0" y="3578342"/>
          <a:ext cx="3729326" cy="714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4C925-9591-4B11-BADF-5E2DFAF36127}">
      <dsp:nvSpPr>
        <dsp:cNvPr id="0" name=""/>
        <dsp:cNvSpPr/>
      </dsp:nvSpPr>
      <dsp:spPr>
        <a:xfrm>
          <a:off x="216286" y="3739217"/>
          <a:ext cx="393248" cy="3932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049AA-62D2-496D-B779-8E9B1FF502EA}">
      <dsp:nvSpPr>
        <dsp:cNvPr id="0" name=""/>
        <dsp:cNvSpPr/>
      </dsp:nvSpPr>
      <dsp:spPr>
        <a:xfrm>
          <a:off x="825821" y="3578342"/>
          <a:ext cx="2903504" cy="714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71" tIns="75671" rIns="75671" bIns="7567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Score normalization and storage</a:t>
          </a:r>
        </a:p>
      </dsp:txBody>
      <dsp:txXfrm>
        <a:off x="825821" y="3578342"/>
        <a:ext cx="2903504" cy="7149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E552F-7DC7-48C3-AAB2-0FC4B8A8BFCE}">
      <dsp:nvSpPr>
        <dsp:cNvPr id="0" name=""/>
        <dsp:cNvSpPr/>
      </dsp:nvSpPr>
      <dsp:spPr>
        <a:xfrm>
          <a:off x="0" y="614270"/>
          <a:ext cx="7667980" cy="5265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B7904-2594-42F8-A454-F3690C2B4F5A}">
      <dsp:nvSpPr>
        <dsp:cNvPr id="0" name=""/>
        <dsp:cNvSpPr/>
      </dsp:nvSpPr>
      <dsp:spPr>
        <a:xfrm>
          <a:off x="159271" y="732736"/>
          <a:ext cx="289584" cy="2895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D3354-16F9-4A4B-851C-8619489711CA}">
      <dsp:nvSpPr>
        <dsp:cNvPr id="0" name=""/>
        <dsp:cNvSpPr/>
      </dsp:nvSpPr>
      <dsp:spPr>
        <a:xfrm>
          <a:off x="608127" y="614270"/>
          <a:ext cx="7059852" cy="52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723" tIns="55723" rIns="55723" bIns="557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Goal: Remove human subjectivity using AI-driven metrics</a:t>
          </a:r>
        </a:p>
      </dsp:txBody>
      <dsp:txXfrm>
        <a:off x="608127" y="614270"/>
        <a:ext cx="7059852" cy="5265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A4DDA-EAD6-4394-A6CB-CE0D60FE3DB9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A750-32C3-4E7D-A15F-8D5770251060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Body length</a:t>
          </a:r>
        </a:p>
      </dsp:txBody>
      <dsp:txXfrm>
        <a:off x="0" y="675"/>
        <a:ext cx="5175384" cy="1106957"/>
      </dsp:txXfrm>
    </dsp:sp>
    <dsp:sp modelId="{A673651D-211A-412A-8F84-62B8FD1462A1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42F2D-8758-4684-9DD1-B91322431E26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Rump angle</a:t>
          </a:r>
        </a:p>
      </dsp:txBody>
      <dsp:txXfrm>
        <a:off x="0" y="1107633"/>
        <a:ext cx="5175384" cy="1106957"/>
      </dsp:txXfrm>
    </dsp:sp>
    <dsp:sp modelId="{A90D342E-D3EF-4BEE-BDAA-CA86E4E09B9B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1B080-3801-4029-B952-ABD86F309B16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Shoulder–rump alignment</a:t>
          </a:r>
        </a:p>
      </dsp:txBody>
      <dsp:txXfrm>
        <a:off x="0" y="2214591"/>
        <a:ext cx="5175384" cy="1106957"/>
      </dsp:txXfrm>
    </dsp:sp>
    <dsp:sp modelId="{0B02D001-9CD0-487A-90C1-7660C62FCC85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3A3A8-B202-4836-8B93-97BE0DE1B3BD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Structural proportions</a:t>
          </a:r>
        </a:p>
      </dsp:txBody>
      <dsp:txXfrm>
        <a:off x="0" y="3321549"/>
        <a:ext cx="5175384" cy="1106957"/>
      </dsp:txXfrm>
    </dsp:sp>
    <dsp:sp modelId="{E1094049-6286-460C-85D1-0CB11C47C5C7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0BD37-D1A4-446D-B358-4939A77BC502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Direct correlation with health, milk yield, and breed quality</a:t>
          </a:r>
        </a:p>
      </dsp:txBody>
      <dsp:txXfrm>
        <a:off x="0" y="4428507"/>
        <a:ext cx="5175384" cy="1106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3DDAF-0250-4C9A-9D51-30500F7D8BD6}">
      <dsp:nvSpPr>
        <dsp:cNvPr id="0" name=""/>
        <dsp:cNvSpPr/>
      </dsp:nvSpPr>
      <dsp:spPr>
        <a:xfrm>
          <a:off x="0" y="0"/>
          <a:ext cx="3944653" cy="9793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Image-based animal detection</a:t>
          </a:r>
        </a:p>
      </dsp:txBody>
      <dsp:txXfrm>
        <a:off x="28683" y="28683"/>
        <a:ext cx="2773307" cy="921956"/>
      </dsp:txXfrm>
    </dsp:sp>
    <dsp:sp modelId="{EF31D519-4007-4978-A560-5EFC28E3EFCC}">
      <dsp:nvSpPr>
        <dsp:cNvPr id="0" name=""/>
        <dsp:cNvSpPr/>
      </dsp:nvSpPr>
      <dsp:spPr>
        <a:xfrm>
          <a:off x="294568" y="1115339"/>
          <a:ext cx="3944653" cy="9793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Pose / keypoint identification</a:t>
          </a:r>
        </a:p>
      </dsp:txBody>
      <dsp:txXfrm>
        <a:off x="323251" y="1144022"/>
        <a:ext cx="2956159" cy="921956"/>
      </dsp:txXfrm>
    </dsp:sp>
    <dsp:sp modelId="{47AD475D-8731-4740-814B-647EF4606FEF}">
      <dsp:nvSpPr>
        <dsp:cNvPr id="0" name=""/>
        <dsp:cNvSpPr/>
      </dsp:nvSpPr>
      <dsp:spPr>
        <a:xfrm>
          <a:off x="589136" y="2230678"/>
          <a:ext cx="3944653" cy="9793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Measurement computation from landmarks</a:t>
          </a:r>
        </a:p>
      </dsp:txBody>
      <dsp:txXfrm>
        <a:off x="617819" y="2259361"/>
        <a:ext cx="2956159" cy="921956"/>
      </dsp:txXfrm>
    </dsp:sp>
    <dsp:sp modelId="{A3984499-AB58-43E7-93EA-8C917B9E885E}">
      <dsp:nvSpPr>
        <dsp:cNvPr id="0" name=""/>
        <dsp:cNvSpPr/>
      </dsp:nvSpPr>
      <dsp:spPr>
        <a:xfrm>
          <a:off x="883704" y="3346018"/>
          <a:ext cx="3944653" cy="9793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Standardized scoring mechanism</a:t>
          </a:r>
        </a:p>
      </dsp:txBody>
      <dsp:txXfrm>
        <a:off x="912387" y="3374701"/>
        <a:ext cx="2956159" cy="921956"/>
      </dsp:txXfrm>
    </dsp:sp>
    <dsp:sp modelId="{47484FF2-4FA5-48E0-A7E5-28CFF6C8ECD5}">
      <dsp:nvSpPr>
        <dsp:cNvPr id="0" name=""/>
        <dsp:cNvSpPr/>
      </dsp:nvSpPr>
      <dsp:spPr>
        <a:xfrm>
          <a:off x="1178272" y="4461357"/>
          <a:ext cx="3944653" cy="9793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Accuracy prioritized over visual aesthetics</a:t>
          </a:r>
        </a:p>
      </dsp:txBody>
      <dsp:txXfrm>
        <a:off x="1206955" y="4490040"/>
        <a:ext cx="2956159" cy="921956"/>
      </dsp:txXfrm>
    </dsp:sp>
    <dsp:sp modelId="{31DDF128-7F52-4AFE-868E-000E9C504807}">
      <dsp:nvSpPr>
        <dsp:cNvPr id="0" name=""/>
        <dsp:cNvSpPr/>
      </dsp:nvSpPr>
      <dsp:spPr>
        <a:xfrm>
          <a:off x="3308093" y="715449"/>
          <a:ext cx="636559" cy="63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51319" y="715449"/>
        <a:ext cx="350107" cy="479011"/>
      </dsp:txXfrm>
    </dsp:sp>
    <dsp:sp modelId="{F1888B6B-257C-4D75-8DCB-C9301A223E1F}">
      <dsp:nvSpPr>
        <dsp:cNvPr id="0" name=""/>
        <dsp:cNvSpPr/>
      </dsp:nvSpPr>
      <dsp:spPr>
        <a:xfrm>
          <a:off x="3602661" y="1830788"/>
          <a:ext cx="636559" cy="63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45887" y="1830788"/>
        <a:ext cx="350107" cy="479011"/>
      </dsp:txXfrm>
    </dsp:sp>
    <dsp:sp modelId="{28B46AEF-BC0F-43E2-8DEA-09567933149D}">
      <dsp:nvSpPr>
        <dsp:cNvPr id="0" name=""/>
        <dsp:cNvSpPr/>
      </dsp:nvSpPr>
      <dsp:spPr>
        <a:xfrm>
          <a:off x="3897229" y="2929806"/>
          <a:ext cx="636559" cy="63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40455" y="2929806"/>
        <a:ext cx="350107" cy="479011"/>
      </dsp:txXfrm>
    </dsp:sp>
    <dsp:sp modelId="{26205DD4-8F92-4395-86CA-7C5553C9A995}">
      <dsp:nvSpPr>
        <dsp:cNvPr id="0" name=""/>
        <dsp:cNvSpPr/>
      </dsp:nvSpPr>
      <dsp:spPr>
        <a:xfrm>
          <a:off x="4191798" y="4056026"/>
          <a:ext cx="636559" cy="63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35024" y="4056026"/>
        <a:ext cx="350107" cy="4790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877A7-6E6F-42CF-B174-F1B9436B4941}">
      <dsp:nvSpPr>
        <dsp:cNvPr id="0" name=""/>
        <dsp:cNvSpPr/>
      </dsp:nvSpPr>
      <dsp:spPr>
        <a:xfrm>
          <a:off x="1131206" y="637"/>
          <a:ext cx="1055109" cy="10551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24826-4325-4C8D-9F26-C35B620AC738}">
      <dsp:nvSpPr>
        <dsp:cNvPr id="0" name=""/>
        <dsp:cNvSpPr/>
      </dsp:nvSpPr>
      <dsp:spPr>
        <a:xfrm>
          <a:off x="1356066" y="225496"/>
          <a:ext cx="605390" cy="605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505CB-9B58-4207-A7ED-AA1F4096919C}">
      <dsp:nvSpPr>
        <dsp:cNvPr id="0" name=""/>
        <dsp:cNvSpPr/>
      </dsp:nvSpPr>
      <dsp:spPr>
        <a:xfrm>
          <a:off x="793917" y="1384387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Python</a:t>
          </a:r>
        </a:p>
      </dsp:txBody>
      <dsp:txXfrm>
        <a:off x="793917" y="1384387"/>
        <a:ext cx="1729687" cy="691875"/>
      </dsp:txXfrm>
    </dsp:sp>
    <dsp:sp modelId="{6CB9ED4B-F9CA-4BD9-B884-7AB953FC0013}">
      <dsp:nvSpPr>
        <dsp:cNvPr id="0" name=""/>
        <dsp:cNvSpPr/>
      </dsp:nvSpPr>
      <dsp:spPr>
        <a:xfrm>
          <a:off x="3163589" y="637"/>
          <a:ext cx="1055109" cy="10551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E4BFEC-24D9-4792-A32B-B275E009F5AA}">
      <dsp:nvSpPr>
        <dsp:cNvPr id="0" name=""/>
        <dsp:cNvSpPr/>
      </dsp:nvSpPr>
      <dsp:spPr>
        <a:xfrm>
          <a:off x="3388449" y="225496"/>
          <a:ext cx="605390" cy="605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05590-09EF-4118-9F68-659F56399DB2}">
      <dsp:nvSpPr>
        <dsp:cNvPr id="0" name=""/>
        <dsp:cNvSpPr/>
      </dsp:nvSpPr>
      <dsp:spPr>
        <a:xfrm>
          <a:off x="2826300" y="1384387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CNN-based deep learning models</a:t>
          </a:r>
        </a:p>
      </dsp:txBody>
      <dsp:txXfrm>
        <a:off x="2826300" y="1384387"/>
        <a:ext cx="1729687" cy="691875"/>
      </dsp:txXfrm>
    </dsp:sp>
    <dsp:sp modelId="{98EB5DEE-2407-41ED-B577-0E89C17B1C59}">
      <dsp:nvSpPr>
        <dsp:cNvPr id="0" name=""/>
        <dsp:cNvSpPr/>
      </dsp:nvSpPr>
      <dsp:spPr>
        <a:xfrm>
          <a:off x="5195972" y="637"/>
          <a:ext cx="1055109" cy="10551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A453BC-D540-4A7B-AA35-D1D39A33267E}">
      <dsp:nvSpPr>
        <dsp:cNvPr id="0" name=""/>
        <dsp:cNvSpPr/>
      </dsp:nvSpPr>
      <dsp:spPr>
        <a:xfrm>
          <a:off x="5420832" y="225496"/>
          <a:ext cx="605390" cy="605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7CA74-2C93-4452-8E78-79592095653D}">
      <dsp:nvSpPr>
        <dsp:cNvPr id="0" name=""/>
        <dsp:cNvSpPr/>
      </dsp:nvSpPr>
      <dsp:spPr>
        <a:xfrm>
          <a:off x="4858683" y="1384387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YOLO-based object detection</a:t>
          </a:r>
        </a:p>
      </dsp:txBody>
      <dsp:txXfrm>
        <a:off x="4858683" y="1384387"/>
        <a:ext cx="1729687" cy="691875"/>
      </dsp:txXfrm>
    </dsp:sp>
    <dsp:sp modelId="{96F69381-EFE0-4FFC-B8CB-074B2D00771B}">
      <dsp:nvSpPr>
        <dsp:cNvPr id="0" name=""/>
        <dsp:cNvSpPr/>
      </dsp:nvSpPr>
      <dsp:spPr>
        <a:xfrm>
          <a:off x="2147398" y="2508683"/>
          <a:ext cx="1055109" cy="10551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37FCD-FDAC-4830-BD74-41CD84EE7D64}">
      <dsp:nvSpPr>
        <dsp:cNvPr id="0" name=""/>
        <dsp:cNvSpPr/>
      </dsp:nvSpPr>
      <dsp:spPr>
        <a:xfrm>
          <a:off x="2372257" y="2733543"/>
          <a:ext cx="605390" cy="605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AAA84-FF54-4E4F-9538-0579471B75D5}">
      <dsp:nvSpPr>
        <dsp:cNvPr id="0" name=""/>
        <dsp:cNvSpPr/>
      </dsp:nvSpPr>
      <dsp:spPr>
        <a:xfrm>
          <a:off x="1810109" y="3892433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Keypoint / pose estimation models</a:t>
          </a:r>
        </a:p>
      </dsp:txBody>
      <dsp:txXfrm>
        <a:off x="1810109" y="3892433"/>
        <a:ext cx="1729687" cy="691875"/>
      </dsp:txXfrm>
    </dsp:sp>
    <dsp:sp modelId="{C533DA10-1DB5-4CC0-8106-F2D457E25C29}">
      <dsp:nvSpPr>
        <dsp:cNvPr id="0" name=""/>
        <dsp:cNvSpPr/>
      </dsp:nvSpPr>
      <dsp:spPr>
        <a:xfrm>
          <a:off x="4179781" y="2508683"/>
          <a:ext cx="1055109" cy="105510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56CC93-FE84-489A-8C9A-C913BBBB1105}">
      <dsp:nvSpPr>
        <dsp:cNvPr id="0" name=""/>
        <dsp:cNvSpPr/>
      </dsp:nvSpPr>
      <dsp:spPr>
        <a:xfrm>
          <a:off x="4404640" y="2733543"/>
          <a:ext cx="605390" cy="6053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AFF58-9E23-45D4-8851-27C496023FFF}">
      <dsp:nvSpPr>
        <dsp:cNvPr id="0" name=""/>
        <dsp:cNvSpPr/>
      </dsp:nvSpPr>
      <dsp:spPr>
        <a:xfrm>
          <a:off x="3842492" y="3892433"/>
          <a:ext cx="1729687" cy="69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preprocessing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and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augmentation</a:t>
          </a:r>
        </a:p>
      </dsp:txBody>
      <dsp:txXfrm>
        <a:off x="3842492" y="3892433"/>
        <a:ext cx="1729687" cy="6918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61B1B-855C-4921-ABD2-1469D07D1B23}">
      <dsp:nvSpPr>
        <dsp:cNvPr id="0" name=""/>
        <dsp:cNvSpPr/>
      </dsp:nvSpPr>
      <dsp:spPr>
        <a:xfrm>
          <a:off x="0" y="454356"/>
          <a:ext cx="477316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8DB83-0AA9-4713-82C4-7D83A267D605}">
      <dsp:nvSpPr>
        <dsp:cNvPr id="0" name=""/>
        <dsp:cNvSpPr/>
      </dsp:nvSpPr>
      <dsp:spPr>
        <a:xfrm>
          <a:off x="238658" y="100116"/>
          <a:ext cx="3341217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Smartphone cameras are sufficient</a:t>
          </a:r>
        </a:p>
      </dsp:txBody>
      <dsp:txXfrm>
        <a:off x="273243" y="134701"/>
        <a:ext cx="3272047" cy="639310"/>
      </dsp:txXfrm>
    </dsp:sp>
    <dsp:sp modelId="{FB950331-8DC5-482E-A026-25BFD5807F10}">
      <dsp:nvSpPr>
        <dsp:cNvPr id="0" name=""/>
        <dsp:cNvSpPr/>
      </dsp:nvSpPr>
      <dsp:spPr>
        <a:xfrm>
          <a:off x="0" y="1542996"/>
          <a:ext cx="477316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9ACFF-1ADD-4595-B776-BF66584A1329}">
      <dsp:nvSpPr>
        <dsp:cNvPr id="0" name=""/>
        <dsp:cNvSpPr/>
      </dsp:nvSpPr>
      <dsp:spPr>
        <a:xfrm>
          <a:off x="238658" y="1188756"/>
          <a:ext cx="3341217" cy="7084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Lightweight inference models possible</a:t>
          </a:r>
        </a:p>
      </dsp:txBody>
      <dsp:txXfrm>
        <a:off x="273243" y="1223341"/>
        <a:ext cx="3272047" cy="639310"/>
      </dsp:txXfrm>
    </dsp:sp>
    <dsp:sp modelId="{28FA658F-7075-4833-8979-4F24EDF53FB7}">
      <dsp:nvSpPr>
        <dsp:cNvPr id="0" name=""/>
        <dsp:cNvSpPr/>
      </dsp:nvSpPr>
      <dsp:spPr>
        <a:xfrm>
          <a:off x="0" y="2631636"/>
          <a:ext cx="477316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833B7-AAF4-49D4-A99A-BB1373D5C61E}">
      <dsp:nvSpPr>
        <dsp:cNvPr id="0" name=""/>
        <dsp:cNvSpPr/>
      </dsp:nvSpPr>
      <dsp:spPr>
        <a:xfrm>
          <a:off x="238658" y="2277396"/>
          <a:ext cx="3341217" cy="7084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No physical sensors required</a:t>
          </a:r>
        </a:p>
      </dsp:txBody>
      <dsp:txXfrm>
        <a:off x="273243" y="2311981"/>
        <a:ext cx="3272047" cy="639310"/>
      </dsp:txXfrm>
    </dsp:sp>
    <dsp:sp modelId="{0C0C10F5-D6EE-431A-9DA1-50C08A18E4D7}">
      <dsp:nvSpPr>
        <dsp:cNvPr id="0" name=""/>
        <dsp:cNvSpPr/>
      </dsp:nvSpPr>
      <dsp:spPr>
        <a:xfrm>
          <a:off x="0" y="3720276"/>
          <a:ext cx="477316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7BE30-5AA1-41A8-B471-5520A0778428}">
      <dsp:nvSpPr>
        <dsp:cNvPr id="0" name=""/>
        <dsp:cNvSpPr/>
      </dsp:nvSpPr>
      <dsp:spPr>
        <a:xfrm>
          <a:off x="238658" y="3366036"/>
          <a:ext cx="3341217" cy="7084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Low per-use operational cost</a:t>
          </a:r>
        </a:p>
      </dsp:txBody>
      <dsp:txXfrm>
        <a:off x="273243" y="3400621"/>
        <a:ext cx="3272047" cy="639310"/>
      </dsp:txXfrm>
    </dsp:sp>
    <dsp:sp modelId="{45AD23C0-DE0A-4FE0-9CBE-1C1BA3E8B748}">
      <dsp:nvSpPr>
        <dsp:cNvPr id="0" name=""/>
        <dsp:cNvSpPr/>
      </dsp:nvSpPr>
      <dsp:spPr>
        <a:xfrm>
          <a:off x="0" y="4808915"/>
          <a:ext cx="477316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2B797-6897-4BF9-8F4E-0F7297256068}">
      <dsp:nvSpPr>
        <dsp:cNvPr id="0" name=""/>
        <dsp:cNvSpPr/>
      </dsp:nvSpPr>
      <dsp:spPr>
        <a:xfrm>
          <a:off x="238658" y="4454675"/>
          <a:ext cx="3341217" cy="7084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Scales across rural regions</a:t>
          </a:r>
        </a:p>
      </dsp:txBody>
      <dsp:txXfrm>
        <a:off x="273243" y="4489260"/>
        <a:ext cx="3272047" cy="6393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5D6B-F6B1-4B9C-9F07-3729CFD348AE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0CCCE-A50B-4290-B5A1-0C482EB2AE5C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Dataset scarcity</a:t>
          </a:r>
        </a:p>
      </dsp:txBody>
      <dsp:txXfrm>
        <a:off x="535720" y="939199"/>
        <a:ext cx="1653242" cy="1653242"/>
      </dsp:txXfrm>
    </dsp:sp>
    <dsp:sp modelId="{5A1B3C12-A4C0-4297-85F5-83212E960617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Complex pose variations</a:t>
          </a:r>
        </a:p>
      </dsp:txBody>
      <dsp:txXfrm>
        <a:off x="2508766" y="939199"/>
        <a:ext cx="1653242" cy="1653242"/>
      </dsp:txXfrm>
    </dsp:sp>
    <dsp:sp modelId="{16ECE71A-8309-4DEC-875B-EAC5E4C3DC5F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Occlusion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and background noise</a:t>
          </a:r>
        </a:p>
      </dsp:txBody>
      <dsp:txXfrm>
        <a:off x="535720" y="2912245"/>
        <a:ext cx="1653242" cy="1653242"/>
      </dsp:txXfrm>
    </dsp:sp>
    <dsp:sp modelId="{4D94DA3B-6018-4F68-B34F-42E75F28E6A9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Lighting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angle inconsistencies</a:t>
          </a:r>
        </a:p>
      </dsp:txBody>
      <dsp:txXfrm>
        <a:off x="2508766" y="2912245"/>
        <a:ext cx="1653242" cy="16532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1EC6F-28FD-4C70-91BC-EF8B3E047B19}">
      <dsp:nvSpPr>
        <dsp:cNvPr id="0" name=""/>
        <dsp:cNvSpPr/>
      </dsp:nvSpPr>
      <dsp:spPr>
        <a:xfrm>
          <a:off x="0" y="43368"/>
          <a:ext cx="5454526" cy="5454526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7BF1F-C7FF-4E61-BA7B-75049CED1981}">
      <dsp:nvSpPr>
        <dsp:cNvPr id="0" name=""/>
        <dsp:cNvSpPr/>
      </dsp:nvSpPr>
      <dsp:spPr>
        <a:xfrm>
          <a:off x="518179" y="561548"/>
          <a:ext cx="2127265" cy="21272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Custom dataset creation</a:t>
          </a:r>
        </a:p>
      </dsp:txBody>
      <dsp:txXfrm>
        <a:off x="622024" y="665393"/>
        <a:ext cx="1919575" cy="1919575"/>
      </dsp:txXfrm>
    </dsp:sp>
    <dsp:sp modelId="{31A3268C-05A0-4913-A718-D0EBCD05645D}">
      <dsp:nvSpPr>
        <dsp:cNvPr id="0" name=""/>
        <dsp:cNvSpPr/>
      </dsp:nvSpPr>
      <dsp:spPr>
        <a:xfrm>
          <a:off x="2809080" y="561548"/>
          <a:ext cx="2127265" cy="2127265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Manual landmark annotation</a:t>
          </a:r>
        </a:p>
      </dsp:txBody>
      <dsp:txXfrm>
        <a:off x="2912925" y="665393"/>
        <a:ext cx="1919575" cy="1919575"/>
      </dsp:txXfrm>
    </dsp:sp>
    <dsp:sp modelId="{04E55CB3-C6DC-4E51-ABFB-29D7FE1D783C}">
      <dsp:nvSpPr>
        <dsp:cNvPr id="0" name=""/>
        <dsp:cNvSpPr/>
      </dsp:nvSpPr>
      <dsp:spPr>
        <a:xfrm>
          <a:off x="518179" y="2852449"/>
          <a:ext cx="2127265" cy="2127265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Domain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specific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fine-tuning</a:t>
          </a:r>
        </a:p>
      </dsp:txBody>
      <dsp:txXfrm>
        <a:off x="622024" y="2956294"/>
        <a:ext cx="1919575" cy="1919575"/>
      </dsp:txXfrm>
    </dsp:sp>
    <dsp:sp modelId="{75953DB2-EE63-4AB0-8F83-8F44BFBD696A}">
      <dsp:nvSpPr>
        <dsp:cNvPr id="0" name=""/>
        <dsp:cNvSpPr/>
      </dsp:nvSpPr>
      <dsp:spPr>
        <a:xfrm>
          <a:off x="2809080" y="2852449"/>
          <a:ext cx="2127265" cy="212726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Aggressive data augmentation</a:t>
          </a:r>
        </a:p>
      </dsp:txBody>
      <dsp:txXfrm>
        <a:off x="2912925" y="2956294"/>
        <a:ext cx="1919575" cy="191957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B8FCF-46A3-4C43-A86B-A87FC3560BD2}">
      <dsp:nvSpPr>
        <dsp:cNvPr id="0" name=""/>
        <dsp:cNvSpPr/>
      </dsp:nvSpPr>
      <dsp:spPr>
        <a:xfrm>
          <a:off x="0" y="50021"/>
          <a:ext cx="4988440" cy="1684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Fair pricing and easier livestock evaluation for farmers</a:t>
          </a:r>
        </a:p>
      </dsp:txBody>
      <dsp:txXfrm>
        <a:off x="82245" y="132266"/>
        <a:ext cx="4823950" cy="1520310"/>
      </dsp:txXfrm>
    </dsp:sp>
    <dsp:sp modelId="{E9A128E4-7D54-4A54-873B-AB8AE6363345}">
      <dsp:nvSpPr>
        <dsp:cNvPr id="0" name=""/>
        <dsp:cNvSpPr/>
      </dsp:nvSpPr>
      <dsp:spPr>
        <a:xfrm>
          <a:off x="0" y="1826982"/>
          <a:ext cx="4988440" cy="16848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Better livestock selection for dairy industry</a:t>
          </a:r>
        </a:p>
      </dsp:txBody>
      <dsp:txXfrm>
        <a:off x="82245" y="1909227"/>
        <a:ext cx="4823950" cy="1520310"/>
      </dsp:txXfrm>
    </dsp:sp>
    <dsp:sp modelId="{37BF81CA-35C2-4C19-8223-F283F47CBC8A}">
      <dsp:nvSpPr>
        <dsp:cNvPr id="0" name=""/>
        <dsp:cNvSpPr/>
      </dsp:nvSpPr>
      <dsp:spPr>
        <a:xfrm>
          <a:off x="0" y="3603942"/>
          <a:ext cx="4988440" cy="16848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Data-driven welfare monitoring for government and NGOs</a:t>
          </a:r>
        </a:p>
      </dsp:txBody>
      <dsp:txXfrm>
        <a:off x="82245" y="3686187"/>
        <a:ext cx="4823950" cy="1520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D2EF8-C9B6-4F5D-A304-89C8680941D4}">
      <dsp:nvSpPr>
        <dsp:cNvPr id="0" name=""/>
        <dsp:cNvSpPr/>
      </dsp:nvSpPr>
      <dsp:spPr>
        <a:xfrm>
          <a:off x="0" y="2284"/>
          <a:ext cx="469773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0C64A-5B25-45DC-BE5C-BA6511FBCA1B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8244E-7465-4127-A359-34CFDED7F431}">
      <dsp:nvSpPr>
        <dsp:cNvPr id="0" name=""/>
        <dsp:cNvSpPr/>
      </dsp:nvSpPr>
      <dsp:spPr>
        <a:xfrm>
          <a:off x="1337397" y="22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Learning curve for farmers</a:t>
          </a:r>
        </a:p>
      </dsp:txBody>
      <dsp:txXfrm>
        <a:off x="1337397" y="2284"/>
        <a:ext cx="3360332" cy="1157919"/>
      </dsp:txXfrm>
    </dsp:sp>
    <dsp:sp modelId="{78719C30-2205-4FF6-A8F2-8D8D6F63B8FC}">
      <dsp:nvSpPr>
        <dsp:cNvPr id="0" name=""/>
        <dsp:cNvSpPr/>
      </dsp:nvSpPr>
      <dsp:spPr>
        <a:xfrm>
          <a:off x="0" y="1449684"/>
          <a:ext cx="4697730" cy="11579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E5363-5FD9-4C75-94A5-B64E0F4EE441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1FAF4-67C0-4B91-83BE-77AE7686131E}">
      <dsp:nvSpPr>
        <dsp:cNvPr id="0" name=""/>
        <dsp:cNvSpPr/>
      </dsp:nvSpPr>
      <dsp:spPr>
        <a:xfrm>
          <a:off x="1337397" y="1449684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Smartphone and internet dependency</a:t>
          </a:r>
        </a:p>
      </dsp:txBody>
      <dsp:txXfrm>
        <a:off x="1337397" y="1449684"/>
        <a:ext cx="3360332" cy="1157919"/>
      </dsp:txXfrm>
    </dsp:sp>
    <dsp:sp modelId="{BEBA4A1C-98E8-41B1-8669-9D9546A3F878}">
      <dsp:nvSpPr>
        <dsp:cNvPr id="0" name=""/>
        <dsp:cNvSpPr/>
      </dsp:nvSpPr>
      <dsp:spPr>
        <a:xfrm>
          <a:off x="0" y="2897083"/>
          <a:ext cx="4697730" cy="11579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7E134-99F8-4201-AA1D-029F18B620C0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2A548-C782-428A-9D13-42EC1FC53C91}">
      <dsp:nvSpPr>
        <dsp:cNvPr id="0" name=""/>
        <dsp:cNvSpPr/>
      </dsp:nvSpPr>
      <dsp:spPr>
        <a:xfrm>
          <a:off x="1337397" y="28970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Initial setup and training costs</a:t>
          </a:r>
        </a:p>
      </dsp:txBody>
      <dsp:txXfrm>
        <a:off x="1337397" y="2897083"/>
        <a:ext cx="3360332" cy="1157919"/>
      </dsp:txXfrm>
    </dsp:sp>
    <dsp:sp modelId="{F29282D9-7ABB-4EB4-8BA6-CAB168177A3C}">
      <dsp:nvSpPr>
        <dsp:cNvPr id="0" name=""/>
        <dsp:cNvSpPr/>
      </dsp:nvSpPr>
      <dsp:spPr>
        <a:xfrm>
          <a:off x="0" y="4344483"/>
          <a:ext cx="469773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9EA00-08D5-4A49-9B01-A4CE606CC491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2ACB4-4710-459C-AC6A-F3622AD64E68}">
      <dsp:nvSpPr>
        <dsp:cNvPr id="0" name=""/>
        <dsp:cNvSpPr/>
      </dsp:nvSpPr>
      <dsp:spPr>
        <a:xfrm>
          <a:off x="1337397" y="4344483"/>
          <a:ext cx="336033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Adoption is the real bottleneck, not the model</a:t>
          </a:r>
        </a:p>
      </dsp:txBody>
      <dsp:txXfrm>
        <a:off x="1337397" y="4344483"/>
        <a:ext cx="3360332" cy="115791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2E042-2579-45F8-8D94-B88B4A70A83A}">
      <dsp:nvSpPr>
        <dsp:cNvPr id="0" name=""/>
        <dsp:cNvSpPr/>
      </dsp:nvSpPr>
      <dsp:spPr>
        <a:xfrm>
          <a:off x="2411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154A4-8E49-468C-90AB-858A7E5E0768}">
      <dsp:nvSpPr>
        <dsp:cNvPr id="0" name=""/>
        <dsp:cNvSpPr/>
      </dsp:nvSpPr>
      <dsp:spPr>
        <a:xfrm>
          <a:off x="193684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Transparent livestock evaluation</a:t>
          </a:r>
        </a:p>
      </dsp:txBody>
      <dsp:txXfrm>
        <a:off x="225701" y="1839288"/>
        <a:ext cx="1657431" cy="1029096"/>
      </dsp:txXfrm>
    </dsp:sp>
    <dsp:sp modelId="{24A675B6-BF33-4CBF-8069-347B7BE3A29A}">
      <dsp:nvSpPr>
        <dsp:cNvPr id="0" name=""/>
        <dsp:cNvSpPr/>
      </dsp:nvSpPr>
      <dsp:spPr>
        <a:xfrm>
          <a:off x="2106423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B0C35-610A-4010-BBE4-068260F4D4E3}">
      <dsp:nvSpPr>
        <dsp:cNvPr id="0" name=""/>
        <dsp:cNvSpPr/>
      </dsp:nvSpPr>
      <dsp:spPr>
        <a:xfrm>
          <a:off x="2297697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Improved rural livelihoods</a:t>
          </a:r>
        </a:p>
      </dsp:txBody>
      <dsp:txXfrm>
        <a:off x="2329714" y="1839288"/>
        <a:ext cx="1657431" cy="1029096"/>
      </dsp:txXfrm>
    </dsp:sp>
    <dsp:sp modelId="{FB08A62B-CA0B-4D6C-8CEA-92E15CC31AB0}">
      <dsp:nvSpPr>
        <dsp:cNvPr id="0" name=""/>
        <dsp:cNvSpPr/>
      </dsp:nvSpPr>
      <dsp:spPr>
        <a:xfrm>
          <a:off x="4210436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36A3C-5E44-41DF-893E-A21756B3287F}">
      <dsp:nvSpPr>
        <dsp:cNvPr id="0" name=""/>
        <dsp:cNvSpPr/>
      </dsp:nvSpPr>
      <dsp:spPr>
        <a:xfrm>
          <a:off x="4401710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Higher productivity and profitability</a:t>
          </a:r>
        </a:p>
      </dsp:txBody>
      <dsp:txXfrm>
        <a:off x="4433727" y="1839288"/>
        <a:ext cx="1657431" cy="1029096"/>
      </dsp:txXfrm>
    </dsp:sp>
    <dsp:sp modelId="{C4F9055B-716B-49AB-A163-7DCB2F55CE41}">
      <dsp:nvSpPr>
        <dsp:cNvPr id="0" name=""/>
        <dsp:cNvSpPr/>
      </dsp:nvSpPr>
      <dsp:spPr>
        <a:xfrm>
          <a:off x="6314449" y="1625561"/>
          <a:ext cx="1721465" cy="1093130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F5CAF-891E-41BE-AC57-C2CDB4C55602}">
      <dsp:nvSpPr>
        <dsp:cNvPr id="0" name=""/>
        <dsp:cNvSpPr/>
      </dsp:nvSpPr>
      <dsp:spPr>
        <a:xfrm>
          <a:off x="6505723" y="180727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Sustainable farming practices</a:t>
          </a:r>
        </a:p>
      </dsp:txBody>
      <dsp:txXfrm>
        <a:off x="6537740" y="1839288"/>
        <a:ext cx="1657431" cy="102909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2A319-28EE-4C81-8D96-8C61E4BB6690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C29AD3F-99DD-470C-8AA1-3E7E2C743AC8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 can remove bias from livestock assessment</a:t>
          </a:r>
        </a:p>
      </dsp:txBody>
      <dsp:txXfrm>
        <a:off x="0" y="0"/>
        <a:ext cx="3993357" cy="979884"/>
      </dsp:txXfrm>
    </dsp:sp>
    <dsp:sp modelId="{08523C52-073B-430D-AA56-3CE3D124258E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F54837-83B9-4C3E-ABE1-2EAB47A632DA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Image-based systems are practical in </a:t>
          </a:r>
          <a:r>
            <a:rPr lang="en-US" sz="2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rural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India</a:t>
          </a:r>
        </a:p>
      </dsp:txBody>
      <dsp:txXfrm>
        <a:off x="0" y="979884"/>
        <a:ext cx="3993357" cy="979884"/>
      </dsp:txXfrm>
    </dsp:sp>
    <dsp:sp modelId="{FF4B6171-B865-407F-899C-62F49D39608B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1C27B4-3AB8-4320-9BF8-24D70121D7F3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Standardization without 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physical</a:t>
          </a:r>
          <a:r>
            <a:rPr lang="en-US" sz="2500" kern="1200" dirty="0"/>
            <a:t> contact is achievable</a:t>
          </a:r>
        </a:p>
      </dsp:txBody>
      <dsp:txXfrm>
        <a:off x="0" y="1959768"/>
        <a:ext cx="3993357" cy="979884"/>
      </dsp:txXfrm>
    </dsp:sp>
    <dsp:sp modelId="{A3E2C466-05BF-4AD7-ACAE-ECCE72928D86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ECB914-A450-4737-8767-70177542A5B3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Next step: Pilot deployment and real-world validation</a:t>
          </a:r>
        </a:p>
      </dsp:txBody>
      <dsp:txXfrm>
        <a:off x="0" y="2939653"/>
        <a:ext cx="3993357" cy="97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masis MT Pro Black" panose="02040A040500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2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7CCFD7-2A4D-C9B9-3772-93C314EB46C5}"/>
              </a:ext>
            </a:extLst>
          </p:cNvPr>
          <p:cNvSpPr/>
          <p:nvPr/>
        </p:nvSpPr>
        <p:spPr>
          <a:xfrm>
            <a:off x="0" y="443567"/>
            <a:ext cx="9067800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25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Based Cattle Measurement and Trait Estimation System</a:t>
            </a:r>
            <a:endParaRPr lang="en-IN" sz="2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algn="ctr"/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Sriya Padhy ( Regd. No. : 22UG010750 )</a:t>
            </a:r>
          </a:p>
          <a:p>
            <a:pPr algn="ctr"/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Tina Begum ( Regd. No. : 22UG010911 )</a:t>
            </a:r>
          </a:p>
          <a:p>
            <a:pPr algn="ctr"/>
            <a:endParaRPr lang="en-IN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nder the guidance of </a:t>
            </a:r>
          </a:p>
          <a:p>
            <a:pPr algn="ctr"/>
            <a:r>
              <a:rPr lang="en-US" sz="20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V. S. K. Chaitanya</a:t>
            </a:r>
            <a:endParaRPr lang="en-IN" sz="20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Department of CSE, GIET University</a:t>
            </a:r>
          </a:p>
          <a:p>
            <a:pPr algn="ctr"/>
            <a:endParaRPr lang="en-IN" sz="28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</a:p>
          <a:p>
            <a:pPr algn="ctr"/>
            <a:endParaRPr lang="en-IN" sz="28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Gandhi Institute of Engineering and Technology University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</a:t>
            </a: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B92B3-FE12-47AA-3B84-CFE84E2219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4038600"/>
            <a:ext cx="1905000" cy="164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24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dirty="0"/>
              <a:t>Image Based Cattle Measurement and Trait Estimation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Theme: Agriculture, FoodTech &amp; Rural Development Software</a:t>
            </a:r>
          </a:p>
          <a:p>
            <a:pPr algn="l">
              <a:lnSpc>
                <a:spcPct val="90000"/>
              </a:lnSpc>
            </a:pP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AI-driven, objective livestock assessment using image-based measurements.</a:t>
            </a:r>
          </a:p>
        </p:txBody>
      </p:sp>
      <p:pic>
        <p:nvPicPr>
          <p:cNvPr id="21" name="Picture 20" descr="Calf at a barn">
            <a:extLst>
              <a:ext uri="{FF2B5EF4-FFF2-40B4-BE49-F238E27FC236}">
                <a16:creationId xmlns:a16="http://schemas.microsoft.com/office/drawing/2014/main" id="{8AE9DE66-1AEE-6AA2-436F-36B367509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2" r="43239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Problem Statement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sz="1700"/>
              <a:t>Livestock classification relies on manual visual judgment</a:t>
            </a:r>
          </a:p>
          <a:p>
            <a:r>
              <a:rPr sz="1700"/>
              <a:t>Biased, inconsistent, and non-standardized outcomes</a:t>
            </a:r>
          </a:p>
          <a:p>
            <a:r>
              <a:rPr sz="1700"/>
              <a:t>Unfair pricing and poor breeding decisions</a:t>
            </a:r>
          </a:p>
          <a:p>
            <a:r>
              <a:rPr sz="1700"/>
              <a:t>Data gaps in government systems</a:t>
            </a:r>
          </a:p>
          <a:p>
            <a:r>
              <a:rPr sz="1700"/>
              <a:t>Core gap: No scalable, objective image-based system for cattle and buffalo classification</a:t>
            </a:r>
          </a:p>
        </p:txBody>
      </p:sp>
      <p:pic>
        <p:nvPicPr>
          <p:cNvPr id="8" name="Picture 7" descr="Cows outdoor">
            <a:extLst>
              <a:ext uri="{FF2B5EF4-FFF2-40B4-BE49-F238E27FC236}">
                <a16:creationId xmlns:a16="http://schemas.microsoft.com/office/drawing/2014/main" id="{B8B4F35F-6E24-9853-E41C-DB386B801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94" r="3355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b="1"/>
              <a:t>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AI-based Image Classification and Measurement System for Cattle focus on :</a:t>
            </a:r>
          </a:p>
          <a:p>
            <a:pPr lvl="2"/>
            <a:r>
              <a:rPr lang="en-US" sz="1700" dirty="0"/>
              <a:t>Non-contact</a:t>
            </a:r>
          </a:p>
          <a:p>
            <a:pPr lvl="2"/>
            <a:r>
              <a:rPr lang="en-US" sz="1700" dirty="0"/>
              <a:t>Automated</a:t>
            </a:r>
          </a:p>
          <a:p>
            <a:pPr lvl="2"/>
            <a:r>
              <a:rPr lang="en-US" sz="1700" dirty="0"/>
              <a:t>Standardized</a:t>
            </a:r>
          </a:p>
          <a:p>
            <a:pPr lvl="2"/>
            <a:r>
              <a:rPr lang="en-US" sz="1700" dirty="0"/>
              <a:t>App-ready</a:t>
            </a:r>
          </a:p>
        </p:txBody>
      </p:sp>
      <p:pic>
        <p:nvPicPr>
          <p:cNvPr id="5" name="Picture 4" descr="Cows eating from trough">
            <a:extLst>
              <a:ext uri="{FF2B5EF4-FFF2-40B4-BE49-F238E27FC236}">
                <a16:creationId xmlns:a16="http://schemas.microsoft.com/office/drawing/2014/main" id="{CC5FF34F-9205-9AC0-563D-DB8907104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38" r="2831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 dirty="0"/>
              <a:t>Proposed Solution – Overview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E0149C49-8C7A-82C8-6ABD-9025FCC22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1768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12EA4-C6FE-049A-1496-EC6D7DBAF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357345"/>
              </p:ext>
            </p:extLst>
          </p:nvPr>
        </p:nvGraphicFramePr>
        <p:xfrm>
          <a:off x="4788310" y="1078176"/>
          <a:ext cx="3729326" cy="4296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A5054CCB-BC27-664B-1E43-B6650B9C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6743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6F136B3A-3526-9038-DAC9-1C354B6C3E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0018257"/>
              </p:ext>
            </p:extLst>
          </p:nvPr>
        </p:nvGraphicFramePr>
        <p:xfrm>
          <a:off x="772459" y="4902295"/>
          <a:ext cx="7667980" cy="1755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773D1DA3-ADE5-C1ED-33C6-2B90841FC7F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19714"/>
          <a:stretch>
            <a:fillRect/>
          </a:stretch>
        </p:blipFill>
        <p:spPr>
          <a:xfrm>
            <a:off x="819587" y="1078176"/>
            <a:ext cx="3567793" cy="42966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31" y="640823"/>
            <a:ext cx="2940853" cy="5583148"/>
          </a:xfrm>
        </p:spPr>
        <p:txBody>
          <a:bodyPr anchor="ctr">
            <a:normAutofit/>
          </a:bodyPr>
          <a:lstStyle/>
          <a:p>
            <a:r>
              <a:rPr lang="en-US" sz="2900" dirty="0"/>
              <a:t>Key Measurements Extracted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46CC95-A153-49D1-457F-E30DD0CDD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77942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US" sz="2800"/>
              <a:t>Technical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9B3889C-9C4B-E872-2C05-B1179E7D2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176808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1312"/>
            <a:ext cx="7879842" cy="1010264"/>
          </a:xfrm>
        </p:spPr>
        <p:txBody>
          <a:bodyPr anchor="ctr">
            <a:normAutofit/>
          </a:bodyPr>
          <a:lstStyle/>
          <a:p>
            <a:r>
              <a:rPr lang="en-US"/>
              <a:t>Technologies Used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96012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38086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04A49D95-212C-72B3-0A79-7A897AF32C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435104"/>
              </p:ext>
            </p:extLst>
          </p:nvPr>
        </p:nvGraphicFramePr>
        <p:xfrm>
          <a:off x="1128489" y="1698527"/>
          <a:ext cx="7382289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Feasibility &amp; Viability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6A7D8C-5EFB-9F2A-CEA8-FEB40AD90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98966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713" y="557189"/>
            <a:ext cx="3120887" cy="5567891"/>
          </a:xfrm>
        </p:spPr>
        <p:txBody>
          <a:bodyPr>
            <a:normAutofit/>
          </a:bodyPr>
          <a:lstStyle/>
          <a:p>
            <a:r>
              <a:rPr lang="en-US" sz="4200" dirty="0"/>
              <a:t>Challenges Identified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607F91-1518-D998-35BE-C9DD2B33A7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24437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530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425" y="6163056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5378E0-AD50-7744-64F5-A0D6AB8EC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953387"/>
              </p:ext>
            </p:extLst>
          </p:nvPr>
        </p:nvGraphicFramePr>
        <p:xfrm>
          <a:off x="479135" y="999479"/>
          <a:ext cx="5454526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5587" y="957447"/>
            <a:ext cx="2537460" cy="4943105"/>
          </a:xfrm>
        </p:spPr>
        <p:txBody>
          <a:bodyPr anchor="ctr">
            <a:normAutofit/>
          </a:bodyPr>
          <a:lstStyle/>
          <a:p>
            <a:r>
              <a:rPr lang="en-US" sz="3500" dirty="0"/>
              <a:t>Solutions Applied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Impact &amp;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B21553-59AB-0463-B1E3-E2A3A9E216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66242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991" y="557189"/>
            <a:ext cx="3051313" cy="5567891"/>
          </a:xfrm>
        </p:spPr>
        <p:txBody>
          <a:bodyPr>
            <a:normAutofit/>
          </a:bodyPr>
          <a:lstStyle/>
          <a:p>
            <a:r>
              <a:rPr lang="en-US" sz="4500" dirty="0"/>
              <a:t>Risks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AA54AB-D182-7603-8776-86FB2298F3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800501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4A6889-7E1B-8C66-66EC-D1CA001D6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32899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ws outdoor">
            <a:extLst>
              <a:ext uri="{FF2B5EF4-FFF2-40B4-BE49-F238E27FC236}">
                <a16:creationId xmlns:a16="http://schemas.microsoft.com/office/drawing/2014/main" id="{F89B36C8-DC0A-4380-02EB-6222D962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69" r="16343" b="-1"/>
          <a:stretch>
            <a:fillRect/>
          </a:stretch>
        </p:blipFill>
        <p:spPr>
          <a:xfrm>
            <a:off x="100719" y="10"/>
            <a:ext cx="72522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6141" y="365125"/>
            <a:ext cx="2866642" cy="1899912"/>
          </a:xfrm>
        </p:spPr>
        <p:txBody>
          <a:bodyPr>
            <a:normAutofit/>
          </a:bodyPr>
          <a:lstStyle/>
          <a:p>
            <a:r>
              <a:rPr lang="en-US" sz="3500" dirty="0"/>
              <a:t>Research </a:t>
            </a:r>
            <a:br>
              <a:rPr lang="en-US" sz="3500" dirty="0"/>
            </a:br>
            <a:r>
              <a:rPr lang="en-US" sz="3500" dirty="0"/>
              <a:t>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3276632" cy="3742762"/>
          </a:xfrm>
        </p:spPr>
        <p:txBody>
          <a:bodyPr>
            <a:normAutofit/>
          </a:bodyPr>
          <a:lstStyle/>
          <a:p>
            <a:r>
              <a:rPr lang="en-US" sz="1700" dirty="0"/>
              <a:t>Automated Measurement of Cattle Dimensions Using </a:t>
            </a:r>
            <a:r>
              <a:rPr lang="en-US" sz="1700" dirty="0" err="1"/>
              <a:t>Keypoint</a:t>
            </a:r>
            <a:r>
              <a:rPr lang="en-US" sz="1700" dirty="0"/>
              <a:t> Detection + Depth Imaging</a:t>
            </a:r>
          </a:p>
          <a:p>
            <a:endParaRPr lang="en-US" sz="1700" dirty="0"/>
          </a:p>
          <a:p>
            <a:r>
              <a:rPr lang="en-US" sz="1700" dirty="0"/>
              <a:t>YOLOv8-Pose with &lt;7% average error (MDPI Animals Journal)</a:t>
            </a:r>
          </a:p>
          <a:p>
            <a:endParaRPr lang="en-US" sz="1700" dirty="0"/>
          </a:p>
          <a:p>
            <a:r>
              <a:rPr lang="en-US" sz="1700" dirty="0"/>
              <a:t>T-LEAP: Occlusion-Robust Pose Estimation of Walking Cows (</a:t>
            </a:r>
            <a:r>
              <a:rPr lang="en-US" sz="1700" dirty="0" err="1"/>
              <a:t>arXiv</a:t>
            </a:r>
            <a:r>
              <a:rPr lang="en-US" sz="1700"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Conclusion</a:t>
            </a:r>
          </a:p>
        </p:txBody>
      </p:sp>
      <p:pic>
        <p:nvPicPr>
          <p:cNvPr id="6" name="Picture 5" descr="Cow in pasture">
            <a:extLst>
              <a:ext uri="{FF2B5EF4-FFF2-40B4-BE49-F238E27FC236}">
                <a16:creationId xmlns:a16="http://schemas.microsoft.com/office/drawing/2014/main" id="{085C66EC-4527-BAA5-D6D4-F68E07C6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6" r="3186"/>
          <a:stretch/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FFA1AC-10EE-499D-4CAB-DC6DE011A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352964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442</Words>
  <Application>Microsoft Office PowerPoint</Application>
  <PresentationFormat>On-screen Show (4:3)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Amasis MT Pro Black</vt:lpstr>
      <vt:lpstr>Arial</vt:lpstr>
      <vt:lpstr>Calibri</vt:lpstr>
      <vt:lpstr>Times New Roman</vt:lpstr>
      <vt:lpstr>Wingdings</vt:lpstr>
      <vt:lpstr>Office Theme</vt:lpstr>
      <vt:lpstr>PowerPoint Presentation</vt:lpstr>
      <vt:lpstr>Image Based Cattle Measurement and Trait Estimation System</vt:lpstr>
      <vt:lpstr>Problem Statement</vt:lpstr>
      <vt:lpstr>Idea</vt:lpstr>
      <vt:lpstr>Proposed Solution – Overview</vt:lpstr>
      <vt:lpstr>System Architecture</vt:lpstr>
      <vt:lpstr>Key Measurements Extracted</vt:lpstr>
      <vt:lpstr>Technical Approach</vt:lpstr>
      <vt:lpstr>Technologies Used</vt:lpstr>
      <vt:lpstr>Feasibility &amp; Viability</vt:lpstr>
      <vt:lpstr>Challenges Identified</vt:lpstr>
      <vt:lpstr>Solutions Applied</vt:lpstr>
      <vt:lpstr>Impact &amp; Benefits</vt:lpstr>
      <vt:lpstr>Risks</vt:lpstr>
      <vt:lpstr>Overall Benefits</vt:lpstr>
      <vt:lpstr>Research  &amp; References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Sriya Padhy</cp:lastModifiedBy>
  <cp:revision>1</cp:revision>
  <dcterms:created xsi:type="dcterms:W3CDTF">2013-01-27T09:14:16Z</dcterms:created>
  <dcterms:modified xsi:type="dcterms:W3CDTF">2026-01-19T17:50:43Z</dcterms:modified>
  <cp:category/>
</cp:coreProperties>
</file>