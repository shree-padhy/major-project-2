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59" r:id="rId2"/>
    <p:sldId id="257" r:id="rId3"/>
    <p:sldId id="258" r:id="rId4"/>
    <p:sldId id="462" r:id="rId5"/>
    <p:sldId id="463" r:id="rId6"/>
    <p:sldId id="465" r:id="rId7"/>
    <p:sldId id="464" r:id="rId8"/>
    <p:sldId id="261" r:id="rId9"/>
    <p:sldId id="262" r:id="rId10"/>
    <p:sldId id="263" r:id="rId11"/>
    <p:sldId id="264" r:id="rId12"/>
    <p:sldId id="265" r:id="rId13"/>
    <p:sldId id="266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EBDB9-6EDD-49D2-8F5D-F39A0E8BD0C0}" v="45" dt="2026-04-06T01:57:01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ya Padhy" userId="b7a1c1b5dc41c3d4" providerId="LiveId" clId="{9C6D44AE-24B0-4FC0-BBB6-CE92678896EA}"/>
    <pc:docChg chg="undo redo custSel addSld delSld modSld sldOrd addMainMaster delMainMaster modMainMaster">
      <pc:chgData name="Sriya Padhy" userId="b7a1c1b5dc41c3d4" providerId="LiveId" clId="{9C6D44AE-24B0-4FC0-BBB6-CE92678896EA}" dt="2026-04-06T01:58:54.950" v="1768" actId="2711"/>
      <pc:docMkLst>
        <pc:docMk/>
      </pc:docMkLst>
      <pc:sldChg chg="addSp modSp mod">
        <pc:chgData name="Sriya Padhy" userId="b7a1c1b5dc41c3d4" providerId="LiveId" clId="{9C6D44AE-24B0-4FC0-BBB6-CE92678896EA}" dt="2026-04-06T01:57:12.044" v="1758" actId="2711"/>
        <pc:sldMkLst>
          <pc:docMk/>
          <pc:sldMk cId="0" sldId="257"/>
        </pc:sldMkLst>
        <pc:spChg chg="mod">
          <ac:chgData name="Sriya Padhy" userId="b7a1c1b5dc41c3d4" providerId="LiveId" clId="{9C6D44AE-24B0-4FC0-BBB6-CE92678896EA}" dt="2026-04-06T01:57:12.044" v="1758" actId="2711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Sriya Padhy" userId="b7a1c1b5dc41c3d4" providerId="LiveId" clId="{9C6D44AE-24B0-4FC0-BBB6-CE92678896EA}" dt="2026-04-06T01:57:01.999" v="1756"/>
          <ac:spMkLst>
            <pc:docMk/>
            <pc:sldMk cId="0" sldId="257"/>
            <ac:spMk id="4" creationId="{A5A870A4-51A3-FAA3-6430-91A7CA3E7750}"/>
          </ac:spMkLst>
        </pc:spChg>
        <pc:spChg chg="mod">
          <ac:chgData name="Sriya Padhy" userId="b7a1c1b5dc41c3d4" providerId="LiveId" clId="{9C6D44AE-24B0-4FC0-BBB6-CE92678896EA}" dt="2026-04-04T15:16:14.755" v="1465" actId="113"/>
          <ac:spMkLst>
            <pc:docMk/>
            <pc:sldMk cId="0" sldId="257"/>
            <ac:spMk id="7" creationId="{00000000-0000-0000-0000-000000000000}"/>
          </ac:spMkLst>
        </pc:spChg>
        <pc:picChg chg="add mod">
          <ac:chgData name="Sriya Padhy" userId="b7a1c1b5dc41c3d4" providerId="LiveId" clId="{9C6D44AE-24B0-4FC0-BBB6-CE92678896EA}" dt="2026-04-06T01:57:01.999" v="1756"/>
          <ac:picMkLst>
            <pc:docMk/>
            <pc:sldMk cId="0" sldId="257"/>
            <ac:picMk id="5" creationId="{CD00E23F-C0FE-8382-4E77-B9E91E24D23A}"/>
          </ac:picMkLst>
        </pc:picChg>
      </pc:sldChg>
      <pc:sldChg chg="addSp modSp mod">
        <pc:chgData name="Sriya Padhy" userId="b7a1c1b5dc41c3d4" providerId="LiveId" clId="{9C6D44AE-24B0-4FC0-BBB6-CE92678896EA}" dt="2026-04-06T01:57:27.821" v="1759" actId="2711"/>
        <pc:sldMkLst>
          <pc:docMk/>
          <pc:sldMk cId="0" sldId="258"/>
        </pc:sldMkLst>
        <pc:spChg chg="mod">
          <ac:chgData name="Sriya Padhy" userId="b7a1c1b5dc41c3d4" providerId="LiveId" clId="{9C6D44AE-24B0-4FC0-BBB6-CE92678896EA}" dt="2026-04-06T01:57:27.821" v="1759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Sriya Padhy" userId="b7a1c1b5dc41c3d4" providerId="LiveId" clId="{9C6D44AE-24B0-4FC0-BBB6-CE92678896EA}" dt="2026-04-04T14:51:04.846" v="1108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Sriya Padhy" userId="b7a1c1b5dc41c3d4" providerId="LiveId" clId="{9C6D44AE-24B0-4FC0-BBB6-CE92678896EA}" dt="2026-04-06T01:56:56.903" v="1755"/>
          <ac:spMkLst>
            <pc:docMk/>
            <pc:sldMk cId="0" sldId="258"/>
            <ac:spMk id="6" creationId="{B45B179B-8999-6EF5-1841-9D0447DE14F8}"/>
          </ac:spMkLst>
        </pc:spChg>
        <pc:picChg chg="add mod">
          <ac:chgData name="Sriya Padhy" userId="b7a1c1b5dc41c3d4" providerId="LiveId" clId="{9C6D44AE-24B0-4FC0-BBB6-CE92678896EA}" dt="2026-04-06T01:56:56.903" v="1755"/>
          <ac:picMkLst>
            <pc:docMk/>
            <pc:sldMk cId="0" sldId="258"/>
            <ac:picMk id="7" creationId="{3F7289B0-2D88-1FFA-DA7A-5BA1ED6B5969}"/>
          </ac:picMkLst>
        </pc:picChg>
      </pc:sldChg>
      <pc:sldChg chg="addSp delSp modSp mod">
        <pc:chgData name="Sriya Padhy" userId="b7a1c1b5dc41c3d4" providerId="LiveId" clId="{9C6D44AE-24B0-4FC0-BBB6-CE92678896EA}" dt="2026-04-06T01:56:49" v="1754"/>
        <pc:sldMkLst>
          <pc:docMk/>
          <pc:sldMk cId="0" sldId="261"/>
        </pc:sldMkLst>
        <pc:spChg chg="add mod">
          <ac:chgData name="Sriya Padhy" userId="b7a1c1b5dc41c3d4" providerId="LiveId" clId="{9C6D44AE-24B0-4FC0-BBB6-CE92678896EA}" dt="2026-04-04T12:54:15.478" v="589" actId="1076"/>
          <ac:spMkLst>
            <pc:docMk/>
            <pc:sldMk cId="0" sldId="261"/>
            <ac:spMk id="3" creationId="{936F5685-106D-BB7E-887C-9E0B8F9A323D}"/>
          </ac:spMkLst>
        </pc:spChg>
        <pc:spChg chg="add mod">
          <ac:chgData name="Sriya Padhy" userId="b7a1c1b5dc41c3d4" providerId="LiveId" clId="{9C6D44AE-24B0-4FC0-BBB6-CE92678896EA}" dt="2026-04-06T01:56:49" v="1754"/>
          <ac:spMkLst>
            <pc:docMk/>
            <pc:sldMk cId="0" sldId="261"/>
            <ac:spMk id="4" creationId="{F75D8B63-E51A-5F6C-AD2C-F8B1A63D4076}"/>
          </ac:spMkLst>
        </pc:spChg>
        <pc:spChg chg="add mod">
          <ac:chgData name="Sriya Padhy" userId="b7a1c1b5dc41c3d4" providerId="LiveId" clId="{9C6D44AE-24B0-4FC0-BBB6-CE92678896EA}" dt="2026-04-04T12:54:11.300" v="588" actId="1076"/>
          <ac:spMkLst>
            <pc:docMk/>
            <pc:sldMk cId="0" sldId="261"/>
            <ac:spMk id="7" creationId="{16ECF7C2-7F47-B00E-32BA-185EE5D25E98}"/>
          </ac:spMkLst>
        </pc:spChg>
        <pc:graphicFrameChg chg="add mod modGraphic">
          <ac:chgData name="Sriya Padhy" userId="b7a1c1b5dc41c3d4" providerId="LiveId" clId="{9C6D44AE-24B0-4FC0-BBB6-CE92678896EA}" dt="2026-04-04T16:08:17.698" v="1631" actId="2711"/>
          <ac:graphicFrameMkLst>
            <pc:docMk/>
            <pc:sldMk cId="0" sldId="261"/>
            <ac:graphicFrameMk id="13" creationId="{4C0BCEB7-988C-9535-5378-B62396136F8C}"/>
          </ac:graphicFrameMkLst>
        </pc:graphicFrameChg>
        <pc:picChg chg="add mod">
          <ac:chgData name="Sriya Padhy" userId="b7a1c1b5dc41c3d4" providerId="LiveId" clId="{9C6D44AE-24B0-4FC0-BBB6-CE92678896EA}" dt="2026-04-06T01:56:49" v="1754"/>
          <ac:picMkLst>
            <pc:docMk/>
            <pc:sldMk cId="0" sldId="261"/>
            <ac:picMk id="5" creationId="{062C4599-A63B-CFC7-8057-C91D671D773F}"/>
          </ac:picMkLst>
        </pc:picChg>
      </pc:sldChg>
      <pc:sldChg chg="addSp delSp modSp mod">
        <pc:chgData name="Sriya Padhy" userId="b7a1c1b5dc41c3d4" providerId="LiveId" clId="{9C6D44AE-24B0-4FC0-BBB6-CE92678896EA}" dt="2026-04-06T01:58:25.495" v="1765" actId="2711"/>
        <pc:sldMkLst>
          <pc:docMk/>
          <pc:sldMk cId="0" sldId="262"/>
        </pc:sldMkLst>
        <pc:spChg chg="mod ord">
          <ac:chgData name="Sriya Padhy" userId="b7a1c1b5dc41c3d4" providerId="LiveId" clId="{9C6D44AE-24B0-4FC0-BBB6-CE92678896EA}" dt="2026-04-06T01:58:25.495" v="1765" actId="2711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Sriya Padhy" userId="b7a1c1b5dc41c3d4" providerId="LiveId" clId="{9C6D44AE-24B0-4FC0-BBB6-CE92678896EA}" dt="2026-04-06T01:56:45.589" v="1753"/>
          <ac:spMkLst>
            <pc:docMk/>
            <pc:sldMk cId="0" sldId="262"/>
            <ac:spMk id="4" creationId="{1921BE4B-5177-58D5-CF71-9E47E9F872B2}"/>
          </ac:spMkLst>
        </pc:spChg>
        <pc:spChg chg="add mod">
          <ac:chgData name="Sriya Padhy" userId="b7a1c1b5dc41c3d4" providerId="LiveId" clId="{9C6D44AE-24B0-4FC0-BBB6-CE92678896EA}" dt="2026-04-06T01:56:29.112" v="1749" actId="1076"/>
          <ac:spMkLst>
            <pc:docMk/>
            <pc:sldMk cId="0" sldId="262"/>
            <ac:spMk id="13" creationId="{13467C66-3ED8-67A4-3389-5A0DE5C0CD5A}"/>
          </ac:spMkLst>
        </pc:spChg>
        <pc:spChg chg="add mod">
          <ac:chgData name="Sriya Padhy" userId="b7a1c1b5dc41c3d4" providerId="LiveId" clId="{9C6D44AE-24B0-4FC0-BBB6-CE92678896EA}" dt="2026-04-06T01:56:17.263" v="1746" actId="1076"/>
          <ac:spMkLst>
            <pc:docMk/>
            <pc:sldMk cId="0" sldId="262"/>
            <ac:spMk id="14" creationId="{D20E1342-FCDB-B183-6BC8-94D862DC0837}"/>
          </ac:spMkLst>
        </pc:spChg>
        <pc:spChg chg="add mod">
          <ac:chgData name="Sriya Padhy" userId="b7a1c1b5dc41c3d4" providerId="LiveId" clId="{9C6D44AE-24B0-4FC0-BBB6-CE92678896EA}" dt="2026-04-04T13:55:45.881" v="865" actId="1076"/>
          <ac:spMkLst>
            <pc:docMk/>
            <pc:sldMk cId="0" sldId="262"/>
            <ac:spMk id="15" creationId="{CC0E2A1E-CC45-08B1-A5AF-A8E25948C1A7}"/>
          </ac:spMkLst>
        </pc:spChg>
        <pc:spChg chg="add mod">
          <ac:chgData name="Sriya Padhy" userId="b7a1c1b5dc41c3d4" providerId="LiveId" clId="{9C6D44AE-24B0-4FC0-BBB6-CE92678896EA}" dt="2026-04-04T13:55:03.757" v="859" actId="1076"/>
          <ac:spMkLst>
            <pc:docMk/>
            <pc:sldMk cId="0" sldId="262"/>
            <ac:spMk id="16" creationId="{68359276-7E84-205C-60F1-7A9EAF124BFA}"/>
          </ac:spMkLst>
        </pc:spChg>
        <pc:spChg chg="add">
          <ac:chgData name="Sriya Padhy" userId="b7a1c1b5dc41c3d4" providerId="LiveId" clId="{9C6D44AE-24B0-4FC0-BBB6-CE92678896EA}" dt="2026-04-04T13:27:36.038" v="781" actId="26606"/>
          <ac:spMkLst>
            <pc:docMk/>
            <pc:sldMk cId="0" sldId="262"/>
            <ac:spMk id="26" creationId="{B918CFFB-B400-42A4-B280-07D6C31D956E}"/>
          </ac:spMkLst>
        </pc:spChg>
        <pc:spChg chg="add">
          <ac:chgData name="Sriya Padhy" userId="b7a1c1b5dc41c3d4" providerId="LiveId" clId="{9C6D44AE-24B0-4FC0-BBB6-CE92678896EA}" dt="2026-04-04T13:27:36.038" v="781" actId="26606"/>
          <ac:spMkLst>
            <pc:docMk/>
            <pc:sldMk cId="0" sldId="262"/>
            <ac:spMk id="28" creationId="{9B47378D-AD27-45D0-8C1C-5B1098DCC068}"/>
          </ac:spMkLst>
        </pc:spChg>
        <pc:picChg chg="add mod">
          <ac:chgData name="Sriya Padhy" userId="b7a1c1b5dc41c3d4" providerId="LiveId" clId="{9C6D44AE-24B0-4FC0-BBB6-CE92678896EA}" dt="2026-04-06T01:56:45.589" v="1753"/>
          <ac:picMkLst>
            <pc:docMk/>
            <pc:sldMk cId="0" sldId="262"/>
            <ac:picMk id="5" creationId="{F1203346-B8E1-412E-3499-4DBB4245545D}"/>
          </ac:picMkLst>
        </pc:picChg>
        <pc:picChg chg="add mod ord">
          <ac:chgData name="Sriya Padhy" userId="b7a1c1b5dc41c3d4" providerId="LiveId" clId="{9C6D44AE-24B0-4FC0-BBB6-CE92678896EA}" dt="2026-04-06T01:56:31.757" v="1750" actId="1076"/>
          <ac:picMkLst>
            <pc:docMk/>
            <pc:sldMk cId="0" sldId="262"/>
            <ac:picMk id="6" creationId="{158C8443-DB94-3F53-B876-7B9E202801EB}"/>
          </ac:picMkLst>
        </pc:picChg>
        <pc:picChg chg="add mod">
          <ac:chgData name="Sriya Padhy" userId="b7a1c1b5dc41c3d4" providerId="LiveId" clId="{9C6D44AE-24B0-4FC0-BBB6-CE92678896EA}" dt="2026-04-06T01:56:38.881" v="1751" actId="1076"/>
          <ac:picMkLst>
            <pc:docMk/>
            <pc:sldMk cId="0" sldId="262"/>
            <ac:picMk id="8" creationId="{1B94E954-660D-51E6-E97A-3DDA6FACB20F}"/>
          </ac:picMkLst>
        </pc:picChg>
        <pc:picChg chg="add mod">
          <ac:chgData name="Sriya Padhy" userId="b7a1c1b5dc41c3d4" providerId="LiveId" clId="{9C6D44AE-24B0-4FC0-BBB6-CE92678896EA}" dt="2026-04-06T01:56:12.383" v="1745" actId="14100"/>
          <ac:picMkLst>
            <pc:docMk/>
            <pc:sldMk cId="0" sldId="262"/>
            <ac:picMk id="10" creationId="{91E2F10B-4223-37AB-7BB5-E3BA5386D2DA}"/>
          </ac:picMkLst>
        </pc:picChg>
        <pc:picChg chg="add mod ord">
          <ac:chgData name="Sriya Padhy" userId="b7a1c1b5dc41c3d4" providerId="LiveId" clId="{9C6D44AE-24B0-4FC0-BBB6-CE92678896EA}" dt="2026-04-06T01:56:08.719" v="1744" actId="14100"/>
          <ac:picMkLst>
            <pc:docMk/>
            <pc:sldMk cId="0" sldId="262"/>
            <ac:picMk id="12" creationId="{F57ADC21-85C2-7E1E-319E-3B80C0ABCFF8}"/>
          </ac:picMkLst>
        </pc:picChg>
      </pc:sldChg>
      <pc:sldChg chg="addSp delSp modSp mod">
        <pc:chgData name="Sriya Padhy" userId="b7a1c1b5dc41c3d4" providerId="LiveId" clId="{9C6D44AE-24B0-4FC0-BBB6-CE92678896EA}" dt="2026-04-06T01:55:55.929" v="1743" actId="2711"/>
        <pc:sldMkLst>
          <pc:docMk/>
          <pc:sldMk cId="0" sldId="263"/>
        </pc:sldMkLst>
        <pc:spChg chg="mod">
          <ac:chgData name="Sriya Padhy" userId="b7a1c1b5dc41c3d4" providerId="LiveId" clId="{9C6D44AE-24B0-4FC0-BBB6-CE92678896EA}" dt="2026-04-06T01:55:55.929" v="1743" actId="2711"/>
          <ac:spMkLst>
            <pc:docMk/>
            <pc:sldMk cId="0" sldId="263"/>
            <ac:spMk id="2" creationId="{00000000-0000-0000-0000-000000000000}"/>
          </ac:spMkLst>
        </pc:spChg>
        <pc:spChg chg="add mod">
          <ac:chgData name="Sriya Padhy" userId="b7a1c1b5dc41c3d4" providerId="LiveId" clId="{9C6D44AE-24B0-4FC0-BBB6-CE92678896EA}" dt="2026-04-04T16:07:28.580" v="1629" actId="20577"/>
          <ac:spMkLst>
            <pc:docMk/>
            <pc:sldMk cId="0" sldId="263"/>
            <ac:spMk id="4" creationId="{FCCE8F75-CDD9-D979-486F-11ED0243F16F}"/>
          </ac:spMkLst>
        </pc:spChg>
        <pc:spChg chg="add mod">
          <ac:chgData name="Sriya Padhy" userId="b7a1c1b5dc41c3d4" providerId="LiveId" clId="{9C6D44AE-24B0-4FC0-BBB6-CE92678896EA}" dt="2026-04-06T01:55:37.831" v="1741"/>
          <ac:spMkLst>
            <pc:docMk/>
            <pc:sldMk cId="0" sldId="263"/>
            <ac:spMk id="5" creationId="{8E47AC82-D736-DF3B-79F8-AA3757230188}"/>
          </ac:spMkLst>
        </pc:spChg>
        <pc:spChg chg="add">
          <ac:chgData name="Sriya Padhy" userId="b7a1c1b5dc41c3d4" providerId="LiveId" clId="{9C6D44AE-24B0-4FC0-BBB6-CE92678896EA}" dt="2026-04-04T14:01:49.814" v="930" actId="26606"/>
          <ac:spMkLst>
            <pc:docMk/>
            <pc:sldMk cId="0" sldId="263"/>
            <ac:spMk id="31" creationId="{AFF8D2E5-2C4E-47B1-930B-6C82B7C31331}"/>
          </ac:spMkLst>
        </pc:spChg>
        <pc:spChg chg="add">
          <ac:chgData name="Sriya Padhy" userId="b7a1c1b5dc41c3d4" providerId="LiveId" clId="{9C6D44AE-24B0-4FC0-BBB6-CE92678896EA}" dt="2026-04-04T14:01:49.814" v="930" actId="26606"/>
          <ac:spMkLst>
            <pc:docMk/>
            <pc:sldMk cId="0" sldId="263"/>
            <ac:spMk id="32" creationId="{801E4ADA-0EA9-4930-846E-3C11E8BED6DD}"/>
          </ac:spMkLst>
        </pc:spChg>
        <pc:spChg chg="add">
          <ac:chgData name="Sriya Padhy" userId="b7a1c1b5dc41c3d4" providerId="LiveId" clId="{9C6D44AE-24B0-4FC0-BBB6-CE92678896EA}" dt="2026-04-04T14:01:49.814" v="930" actId="26606"/>
          <ac:spMkLst>
            <pc:docMk/>
            <pc:sldMk cId="0" sldId="263"/>
            <ac:spMk id="33" creationId="{FB92FFCE-0C90-454E-AA25-D4EE9A6C39C5}"/>
          </ac:spMkLst>
        </pc:spChg>
        <pc:graphicFrameChg chg="add mod modGraphic">
          <ac:chgData name="Sriya Padhy" userId="b7a1c1b5dc41c3d4" providerId="LiveId" clId="{9C6D44AE-24B0-4FC0-BBB6-CE92678896EA}" dt="2026-04-06T01:55:31.846" v="1740" actId="14100"/>
          <ac:graphicFrameMkLst>
            <pc:docMk/>
            <pc:sldMk cId="0" sldId="263"/>
            <ac:graphicFrameMk id="34" creationId="{13AE3F99-4E03-A184-14D9-78387CCD25E1}"/>
          </ac:graphicFrameMkLst>
        </pc:graphicFrameChg>
        <pc:picChg chg="add mod">
          <ac:chgData name="Sriya Padhy" userId="b7a1c1b5dc41c3d4" providerId="LiveId" clId="{9C6D44AE-24B0-4FC0-BBB6-CE92678896EA}" dt="2026-04-06T01:55:37.831" v="1741"/>
          <ac:picMkLst>
            <pc:docMk/>
            <pc:sldMk cId="0" sldId="263"/>
            <ac:picMk id="6" creationId="{472CBAF2-7847-3977-6431-96A3BBF0CEC6}"/>
          </ac:picMkLst>
        </pc:picChg>
      </pc:sldChg>
      <pc:sldChg chg="addSp delSp modSp mod">
        <pc:chgData name="Sriya Padhy" userId="b7a1c1b5dc41c3d4" providerId="LiveId" clId="{9C6D44AE-24B0-4FC0-BBB6-CE92678896EA}" dt="2026-04-06T01:55:16.830" v="1738" actId="2711"/>
        <pc:sldMkLst>
          <pc:docMk/>
          <pc:sldMk cId="0" sldId="264"/>
        </pc:sldMkLst>
        <pc:spChg chg="mod">
          <ac:chgData name="Sriya Padhy" userId="b7a1c1b5dc41c3d4" providerId="LiveId" clId="{9C6D44AE-24B0-4FC0-BBB6-CE92678896EA}" dt="2026-04-06T01:55:16.830" v="1738" actId="2711"/>
          <ac:spMkLst>
            <pc:docMk/>
            <pc:sldMk cId="0" sldId="264"/>
            <ac:spMk id="2" creationId="{00000000-0000-0000-0000-000000000000}"/>
          </ac:spMkLst>
        </pc:spChg>
        <pc:spChg chg="add mod">
          <ac:chgData name="Sriya Padhy" userId="b7a1c1b5dc41c3d4" providerId="LiveId" clId="{9C6D44AE-24B0-4FC0-BBB6-CE92678896EA}" dt="2026-04-04T16:11:10.601" v="1653" actId="14100"/>
          <ac:spMkLst>
            <pc:docMk/>
            <pc:sldMk cId="0" sldId="264"/>
            <ac:spMk id="4" creationId="{98D4BE23-EEF9-C364-F175-FDB264EFF710}"/>
          </ac:spMkLst>
        </pc:spChg>
        <pc:spChg chg="add mod">
          <ac:chgData name="Sriya Padhy" userId="b7a1c1b5dc41c3d4" providerId="LiveId" clId="{9C6D44AE-24B0-4FC0-BBB6-CE92678896EA}" dt="2026-04-06T01:54:43.948" v="1734"/>
          <ac:spMkLst>
            <pc:docMk/>
            <pc:sldMk cId="0" sldId="264"/>
            <ac:spMk id="5" creationId="{E244BD7B-46D1-CDE6-C30B-AA8FD874083A}"/>
          </ac:spMkLst>
        </pc:spChg>
        <pc:spChg chg="add mod">
          <ac:chgData name="Sriya Padhy" userId="b7a1c1b5dc41c3d4" providerId="LiveId" clId="{9C6D44AE-24B0-4FC0-BBB6-CE92678896EA}" dt="2026-04-04T16:11:23.663" v="1655" actId="255"/>
          <ac:spMkLst>
            <pc:docMk/>
            <pc:sldMk cId="0" sldId="264"/>
            <ac:spMk id="6" creationId="{579F7E82-7630-7E27-E441-A38E4693C235}"/>
          </ac:spMkLst>
        </pc:spChg>
        <pc:spChg chg="add">
          <ac:chgData name="Sriya Padhy" userId="b7a1c1b5dc41c3d4" providerId="LiveId" clId="{9C6D44AE-24B0-4FC0-BBB6-CE92678896EA}" dt="2026-04-04T14:11:30.365" v="955" actId="26606"/>
          <ac:spMkLst>
            <pc:docMk/>
            <pc:sldMk cId="0" sldId="264"/>
            <ac:spMk id="20" creationId="{4FFBEE45-F140-49D5-85EA-C78C24340B23}"/>
          </ac:spMkLst>
        </pc:spChg>
        <pc:picChg chg="add mod">
          <ac:chgData name="Sriya Padhy" userId="b7a1c1b5dc41c3d4" providerId="LiveId" clId="{9C6D44AE-24B0-4FC0-BBB6-CE92678896EA}" dt="2026-04-06T01:54:43.948" v="1734"/>
          <ac:picMkLst>
            <pc:docMk/>
            <pc:sldMk cId="0" sldId="264"/>
            <ac:picMk id="7" creationId="{C952178C-7F64-7CD3-DCD6-59B2B10FC4AE}"/>
          </ac:picMkLst>
        </pc:picChg>
      </pc:sldChg>
      <pc:sldChg chg="addSp delSp modSp mod">
        <pc:chgData name="Sriya Padhy" userId="b7a1c1b5dc41c3d4" providerId="LiveId" clId="{9C6D44AE-24B0-4FC0-BBB6-CE92678896EA}" dt="2026-04-06T01:58:36.306" v="1766" actId="2711"/>
        <pc:sldMkLst>
          <pc:docMk/>
          <pc:sldMk cId="0" sldId="265"/>
        </pc:sldMkLst>
        <pc:spChg chg="mod">
          <ac:chgData name="Sriya Padhy" userId="b7a1c1b5dc41c3d4" providerId="LiveId" clId="{9C6D44AE-24B0-4FC0-BBB6-CE92678896EA}" dt="2026-04-06T01:58:36.306" v="1766" actId="2711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Sriya Padhy" userId="b7a1c1b5dc41c3d4" providerId="LiveId" clId="{9C6D44AE-24B0-4FC0-BBB6-CE92678896EA}" dt="2026-04-06T01:54:24.230" v="1731"/>
          <ac:spMkLst>
            <pc:docMk/>
            <pc:sldMk cId="0" sldId="265"/>
            <ac:spMk id="4" creationId="{DA7C673B-CE32-813D-1326-A5DC9C89CFB9}"/>
          </ac:spMkLst>
        </pc:spChg>
        <pc:graphicFrameChg chg="add mod">
          <ac:chgData name="Sriya Padhy" userId="b7a1c1b5dc41c3d4" providerId="LiveId" clId="{9C6D44AE-24B0-4FC0-BBB6-CE92678896EA}" dt="2026-04-06T01:54:33.157" v="1732" actId="14100"/>
          <ac:graphicFrameMkLst>
            <pc:docMk/>
            <pc:sldMk cId="0" sldId="265"/>
            <ac:graphicFrameMk id="11" creationId="{92BD0DAA-2442-C7B2-4DF4-015EFE5E8FBF}"/>
          </ac:graphicFrameMkLst>
        </pc:graphicFrameChg>
        <pc:picChg chg="add mod">
          <ac:chgData name="Sriya Padhy" userId="b7a1c1b5dc41c3d4" providerId="LiveId" clId="{9C6D44AE-24B0-4FC0-BBB6-CE92678896EA}" dt="2026-04-06T01:54:24.230" v="1731"/>
          <ac:picMkLst>
            <pc:docMk/>
            <pc:sldMk cId="0" sldId="265"/>
            <ac:picMk id="5" creationId="{FE5A3B65-1C1B-8A11-7E49-4F7BA09FE303}"/>
          </ac:picMkLst>
        </pc:picChg>
      </pc:sldChg>
      <pc:sldChg chg="addSp delSp modSp mod">
        <pc:chgData name="Sriya Padhy" userId="b7a1c1b5dc41c3d4" providerId="LiveId" clId="{9C6D44AE-24B0-4FC0-BBB6-CE92678896EA}" dt="2026-04-06T01:58:46.163" v="1767" actId="2711"/>
        <pc:sldMkLst>
          <pc:docMk/>
          <pc:sldMk cId="0" sldId="266"/>
        </pc:sldMkLst>
        <pc:spChg chg="mod">
          <ac:chgData name="Sriya Padhy" userId="b7a1c1b5dc41c3d4" providerId="LiveId" clId="{9C6D44AE-24B0-4FC0-BBB6-CE92678896EA}" dt="2026-04-04T16:26:17.988" v="1676" actId="26606"/>
          <ac:spMkLst>
            <pc:docMk/>
            <pc:sldMk cId="0" sldId="266"/>
            <ac:spMk id="2" creationId="{2488F3C3-A2BE-0157-3857-5247B4F6B3D9}"/>
          </ac:spMkLst>
        </pc:spChg>
        <pc:spChg chg="add mod">
          <ac:chgData name="Sriya Padhy" userId="b7a1c1b5dc41c3d4" providerId="LiveId" clId="{9C6D44AE-24B0-4FC0-BBB6-CE92678896EA}" dt="2026-04-04T16:27:20.094" v="1680" actId="14100"/>
          <ac:spMkLst>
            <pc:docMk/>
            <pc:sldMk cId="0" sldId="266"/>
            <ac:spMk id="3" creationId="{C13D58FA-59FC-E9DA-E307-C83ED599965F}"/>
          </ac:spMkLst>
        </pc:spChg>
        <pc:spChg chg="add mod">
          <ac:chgData name="Sriya Padhy" userId="b7a1c1b5dc41c3d4" providerId="LiveId" clId="{9C6D44AE-24B0-4FC0-BBB6-CE92678896EA}" dt="2026-04-06T01:54:20.492" v="1730"/>
          <ac:spMkLst>
            <pc:docMk/>
            <pc:sldMk cId="0" sldId="266"/>
            <ac:spMk id="4" creationId="{5C3C7C6B-B9EC-2000-1DCA-B595368D984C}"/>
          </ac:spMkLst>
        </pc:spChg>
        <pc:spChg chg="mod">
          <ac:chgData name="Sriya Padhy" userId="b7a1c1b5dc41c3d4" providerId="LiveId" clId="{9C6D44AE-24B0-4FC0-BBB6-CE92678896EA}" dt="2026-04-06T01:58:46.163" v="1767" actId="2711"/>
          <ac:spMkLst>
            <pc:docMk/>
            <pc:sldMk cId="0" sldId="266"/>
            <ac:spMk id="7" creationId="{00000000-0000-0000-0000-000000000000}"/>
          </ac:spMkLst>
        </pc:spChg>
        <pc:spChg chg="add">
          <ac:chgData name="Sriya Padhy" userId="b7a1c1b5dc41c3d4" providerId="LiveId" clId="{9C6D44AE-24B0-4FC0-BBB6-CE92678896EA}" dt="2026-04-04T16:26:17.988" v="1676" actId="26606"/>
          <ac:spMkLst>
            <pc:docMk/>
            <pc:sldMk cId="0" sldId="266"/>
            <ac:spMk id="18" creationId="{B6CDA21F-E7AF-4C75-8395-33F58D5B0E45}"/>
          </ac:spMkLst>
        </pc:spChg>
        <pc:spChg chg="add">
          <ac:chgData name="Sriya Padhy" userId="b7a1c1b5dc41c3d4" providerId="LiveId" clId="{9C6D44AE-24B0-4FC0-BBB6-CE92678896EA}" dt="2026-04-04T16:26:17.988" v="1676" actId="26606"/>
          <ac:spMkLst>
            <pc:docMk/>
            <pc:sldMk cId="0" sldId="266"/>
            <ac:spMk id="25" creationId="{D5B0017B-2ECA-49AF-B397-DC140825DF8D}"/>
          </ac:spMkLst>
        </pc:spChg>
        <pc:grpChg chg="add">
          <ac:chgData name="Sriya Padhy" userId="b7a1c1b5dc41c3d4" providerId="LiveId" clId="{9C6D44AE-24B0-4FC0-BBB6-CE92678896EA}" dt="2026-04-04T16:26:17.988" v="1676" actId="26606"/>
          <ac:grpSpMkLst>
            <pc:docMk/>
            <pc:sldMk cId="0" sldId="266"/>
            <ac:grpSpMk id="20" creationId="{AE1C45F0-260A-458C-96ED-C1F6D2151219}"/>
          </ac:grpSpMkLst>
        </pc:grpChg>
        <pc:picChg chg="add mod">
          <ac:chgData name="Sriya Padhy" userId="b7a1c1b5dc41c3d4" providerId="LiveId" clId="{9C6D44AE-24B0-4FC0-BBB6-CE92678896EA}" dt="2026-04-06T01:54:20.492" v="1730"/>
          <ac:picMkLst>
            <pc:docMk/>
            <pc:sldMk cId="0" sldId="266"/>
            <ac:picMk id="5" creationId="{FEE53B76-4F0B-DD8A-BED5-7DDE9741EF90}"/>
          </ac:picMkLst>
        </pc:picChg>
        <pc:cxnChg chg="add">
          <ac:chgData name="Sriya Padhy" userId="b7a1c1b5dc41c3d4" providerId="LiveId" clId="{9C6D44AE-24B0-4FC0-BBB6-CE92678896EA}" dt="2026-04-04T16:26:17.988" v="1676" actId="26606"/>
          <ac:cxnSpMkLst>
            <pc:docMk/>
            <pc:sldMk cId="0" sldId="266"/>
            <ac:cxnSpMk id="27" creationId="{6CF1BAF6-AD41-4082-B212-8A1F9A2E8779}"/>
          </ac:cxnSpMkLst>
        </pc:cxnChg>
      </pc:sldChg>
      <pc:sldChg chg="addSp delSp modSp mod">
        <pc:chgData name="Sriya Padhy" userId="b7a1c1b5dc41c3d4" providerId="LiveId" clId="{9C6D44AE-24B0-4FC0-BBB6-CE92678896EA}" dt="2026-04-06T01:58:54.950" v="1768" actId="2711"/>
        <pc:sldMkLst>
          <pc:docMk/>
          <pc:sldMk cId="0" sldId="271"/>
        </pc:sldMkLst>
        <pc:spChg chg="mod">
          <ac:chgData name="Sriya Padhy" userId="b7a1c1b5dc41c3d4" providerId="LiveId" clId="{9C6D44AE-24B0-4FC0-BBB6-CE92678896EA}" dt="2026-04-06T01:58:54.950" v="1768" actId="2711"/>
          <ac:spMkLst>
            <pc:docMk/>
            <pc:sldMk cId="0" sldId="271"/>
            <ac:spMk id="2" creationId="{00000000-0000-0000-0000-000000000000}"/>
          </ac:spMkLst>
        </pc:spChg>
        <pc:spChg chg="add mod">
          <ac:chgData name="Sriya Padhy" userId="b7a1c1b5dc41c3d4" providerId="LiveId" clId="{9C6D44AE-24B0-4FC0-BBB6-CE92678896EA}" dt="2026-04-06T01:54:14.539" v="1729"/>
          <ac:spMkLst>
            <pc:docMk/>
            <pc:sldMk cId="0" sldId="271"/>
            <ac:spMk id="4" creationId="{AE82E954-ECB8-AD7C-747F-7DD805468E0B}"/>
          </ac:spMkLst>
        </pc:spChg>
        <pc:graphicFrameChg chg="add mod">
          <ac:chgData name="Sriya Padhy" userId="b7a1c1b5dc41c3d4" providerId="LiveId" clId="{9C6D44AE-24B0-4FC0-BBB6-CE92678896EA}" dt="2026-04-06T01:51:41.651" v="1716" actId="14100"/>
          <ac:graphicFrameMkLst>
            <pc:docMk/>
            <pc:sldMk cId="0" sldId="271"/>
            <ac:graphicFrameMk id="7" creationId="{E7D599B7-4B2A-1FAA-5AB1-4B9ED59AA762}"/>
          </ac:graphicFrameMkLst>
        </pc:graphicFrameChg>
        <pc:picChg chg="add mod">
          <ac:chgData name="Sriya Padhy" userId="b7a1c1b5dc41c3d4" providerId="LiveId" clId="{9C6D44AE-24B0-4FC0-BBB6-CE92678896EA}" dt="2026-04-06T01:54:14.539" v="1729"/>
          <ac:picMkLst>
            <pc:docMk/>
            <pc:sldMk cId="0" sldId="271"/>
            <ac:picMk id="5" creationId="{DF13A3FD-7E9B-E9B1-D184-BDAB455FA721}"/>
          </ac:picMkLst>
        </pc:picChg>
      </pc:sldChg>
      <pc:sldChg chg="addSp delSp modSp mod">
        <pc:chgData name="Sriya Padhy" userId="b7a1c1b5dc41c3d4" providerId="LiveId" clId="{9C6D44AE-24B0-4FC0-BBB6-CE92678896EA}" dt="2026-04-04T16:20:51.901" v="1675" actId="478"/>
        <pc:sldMkLst>
          <pc:docMk/>
          <pc:sldMk cId="3886024717" sldId="459"/>
        </pc:sldMkLst>
        <pc:spChg chg="mod">
          <ac:chgData name="Sriya Padhy" userId="b7a1c1b5dc41c3d4" providerId="LiveId" clId="{9C6D44AE-24B0-4FC0-BBB6-CE92678896EA}" dt="2026-04-04T14:28:26.878" v="1057" actId="20577"/>
          <ac:spMkLst>
            <pc:docMk/>
            <pc:sldMk cId="3886024717" sldId="459"/>
            <ac:spMk id="5" creationId="{757CCFD7-2A4D-C9B9-3772-93C314EB46C5}"/>
          </ac:spMkLst>
        </pc:spChg>
      </pc:sldChg>
      <pc:sldChg chg="addSp modSp add mod ord">
        <pc:chgData name="Sriya Padhy" userId="b7a1c1b5dc41c3d4" providerId="LiveId" clId="{9C6D44AE-24B0-4FC0-BBB6-CE92678896EA}" dt="2026-04-06T01:57:38.062" v="1760" actId="2711"/>
        <pc:sldMkLst>
          <pc:docMk/>
          <pc:sldMk cId="3621823302" sldId="462"/>
        </pc:sldMkLst>
        <pc:spChg chg="mod">
          <ac:chgData name="Sriya Padhy" userId="b7a1c1b5dc41c3d4" providerId="LiveId" clId="{9C6D44AE-24B0-4FC0-BBB6-CE92678896EA}" dt="2026-04-06T01:57:38.062" v="1760" actId="2711"/>
          <ac:spMkLst>
            <pc:docMk/>
            <pc:sldMk cId="3621823302" sldId="462"/>
            <ac:spMk id="2" creationId="{9865C0AA-F153-0FC2-853E-7FF32406961C}"/>
          </ac:spMkLst>
        </pc:spChg>
        <pc:spChg chg="add mod">
          <ac:chgData name="Sriya Padhy" userId="b7a1c1b5dc41c3d4" providerId="LiveId" clId="{9C6D44AE-24B0-4FC0-BBB6-CE92678896EA}" dt="2026-04-04T15:18:05.410" v="1472"/>
          <ac:spMkLst>
            <pc:docMk/>
            <pc:sldMk cId="3621823302" sldId="462"/>
            <ac:spMk id="3" creationId="{BED5DECE-E659-7090-15B5-E4BDC7389CDA}"/>
          </ac:spMkLst>
        </pc:spChg>
        <pc:graphicFrameChg chg="mod modGraphic">
          <ac:chgData name="Sriya Padhy" userId="b7a1c1b5dc41c3d4" providerId="LiveId" clId="{9C6D44AE-24B0-4FC0-BBB6-CE92678896EA}" dt="2026-04-06T01:48:49.093" v="1703" actId="14100"/>
          <ac:graphicFrameMkLst>
            <pc:docMk/>
            <pc:sldMk cId="3621823302" sldId="462"/>
            <ac:graphicFrameMk id="6" creationId="{A5891F32-1D7F-3FBC-5993-6FE208BA40C8}"/>
          </ac:graphicFrameMkLst>
        </pc:graphicFrameChg>
      </pc:sldChg>
      <pc:sldChg chg="addSp delSp modSp add mod setBg">
        <pc:chgData name="Sriya Padhy" userId="b7a1c1b5dc41c3d4" providerId="LiveId" clId="{9C6D44AE-24B0-4FC0-BBB6-CE92678896EA}" dt="2026-04-06T01:57:52.317" v="1762" actId="122"/>
        <pc:sldMkLst>
          <pc:docMk/>
          <pc:sldMk cId="3845445406" sldId="463"/>
        </pc:sldMkLst>
        <pc:spChg chg="mod">
          <ac:chgData name="Sriya Padhy" userId="b7a1c1b5dc41c3d4" providerId="LiveId" clId="{9C6D44AE-24B0-4FC0-BBB6-CE92678896EA}" dt="2026-04-06T01:57:52.317" v="1762" actId="122"/>
          <ac:spMkLst>
            <pc:docMk/>
            <pc:sldMk cId="3845445406" sldId="463"/>
            <ac:spMk id="2" creationId="{0B825A87-4D8B-6670-BF6F-F26381FE5065}"/>
          </ac:spMkLst>
        </pc:spChg>
        <pc:spChg chg="add mod">
          <ac:chgData name="Sriya Padhy" userId="b7a1c1b5dc41c3d4" providerId="LiveId" clId="{9C6D44AE-24B0-4FC0-BBB6-CE92678896EA}" dt="2026-04-04T15:29:21.062" v="1474"/>
          <ac:spMkLst>
            <pc:docMk/>
            <pc:sldMk cId="3845445406" sldId="463"/>
            <ac:spMk id="5" creationId="{3DF6744C-7BE9-3500-48C5-1850535ADCB5}"/>
          </ac:spMkLst>
        </pc:spChg>
        <pc:spChg chg="add">
          <ac:chgData name="Sriya Padhy" userId="b7a1c1b5dc41c3d4" providerId="LiveId" clId="{9C6D44AE-24B0-4FC0-BBB6-CE92678896EA}" dt="2026-04-04T08:37:29.148" v="411" actId="26606"/>
          <ac:spMkLst>
            <pc:docMk/>
            <pc:sldMk cId="3845445406" sldId="463"/>
            <ac:spMk id="11" creationId="{59A309A7-1751-4ABE-A3C1-EEC40366AD89}"/>
          </ac:spMkLst>
        </pc:spChg>
        <pc:spChg chg="add">
          <ac:chgData name="Sriya Padhy" userId="b7a1c1b5dc41c3d4" providerId="LiveId" clId="{9C6D44AE-24B0-4FC0-BBB6-CE92678896EA}" dt="2026-04-04T08:37:29.148" v="411" actId="26606"/>
          <ac:spMkLst>
            <pc:docMk/>
            <pc:sldMk cId="3845445406" sldId="463"/>
            <ac:spMk id="13" creationId="{967D8EB6-EAE1-4F9C-B398-83321E287204}"/>
          </ac:spMkLst>
        </pc:spChg>
        <pc:spChg chg="add mod">
          <ac:chgData name="Sriya Padhy" userId="b7a1c1b5dc41c3d4" providerId="LiveId" clId="{9C6D44AE-24B0-4FC0-BBB6-CE92678896EA}" dt="2026-04-04T09:16:03.323" v="490" actId="1076"/>
          <ac:spMkLst>
            <pc:docMk/>
            <pc:sldMk cId="3845445406" sldId="463"/>
            <ac:spMk id="37" creationId="{00E0F9E9-D95D-1EC8-9A3D-1DB5622C9101}"/>
          </ac:spMkLst>
        </pc:spChg>
        <pc:picChg chg="add">
          <ac:chgData name="Sriya Padhy" userId="b7a1c1b5dc41c3d4" providerId="LiveId" clId="{9C6D44AE-24B0-4FC0-BBB6-CE92678896EA}" dt="2026-04-04T08:37:29.148" v="411" actId="26606"/>
          <ac:picMkLst>
            <pc:docMk/>
            <pc:sldMk cId="3845445406" sldId="463"/>
            <ac:picMk id="8" creationId="{3ECB4AE5-0C67-02EF-B7F6-5E2DE210CAEB}"/>
          </ac:picMkLst>
        </pc:picChg>
      </pc:sldChg>
      <pc:sldChg chg="addSp delSp modSp add mod setBg delDesignElem">
        <pc:chgData name="Sriya Padhy" userId="b7a1c1b5dc41c3d4" providerId="LiveId" clId="{9C6D44AE-24B0-4FC0-BBB6-CE92678896EA}" dt="2026-04-06T01:58:12.666" v="1764" actId="2711"/>
        <pc:sldMkLst>
          <pc:docMk/>
          <pc:sldMk cId="1350046914" sldId="464"/>
        </pc:sldMkLst>
        <pc:spChg chg="mod">
          <ac:chgData name="Sriya Padhy" userId="b7a1c1b5dc41c3d4" providerId="LiveId" clId="{9C6D44AE-24B0-4FC0-BBB6-CE92678896EA}" dt="2026-04-06T01:58:12.666" v="1764" actId="2711"/>
          <ac:spMkLst>
            <pc:docMk/>
            <pc:sldMk cId="1350046914" sldId="464"/>
            <ac:spMk id="6" creationId="{9C515171-7601-C6E6-1100-3E12C741CECB}"/>
          </ac:spMkLst>
        </pc:spChg>
        <pc:spChg chg="mod">
          <ac:chgData name="Sriya Padhy" userId="b7a1c1b5dc41c3d4" providerId="LiveId" clId="{9C6D44AE-24B0-4FC0-BBB6-CE92678896EA}" dt="2026-04-06T01:50:55.775" v="1714" actId="1076"/>
          <ac:spMkLst>
            <pc:docMk/>
            <pc:sldMk cId="1350046914" sldId="464"/>
            <ac:spMk id="7" creationId="{F6DC2F3A-6E29-E68D-B4A8-27BEA0F159E0}"/>
          </ac:spMkLst>
        </pc:spChg>
        <pc:graphicFrameChg chg="add mod">
          <ac:chgData name="Sriya Padhy" userId="b7a1c1b5dc41c3d4" providerId="LiveId" clId="{9C6D44AE-24B0-4FC0-BBB6-CE92678896EA}" dt="2026-04-04T13:23:05.849" v="753" actId="1076"/>
          <ac:graphicFrameMkLst>
            <pc:docMk/>
            <pc:sldMk cId="1350046914" sldId="464"/>
            <ac:graphicFrameMk id="19" creationId="{575697AB-1D61-13A0-C1C8-2D2735449EFB}"/>
          </ac:graphicFrameMkLst>
        </pc:graphicFrameChg>
      </pc:sldChg>
      <pc:sldChg chg="addSp delSp modSp add mod setBg delDesignElem">
        <pc:chgData name="Sriya Padhy" userId="b7a1c1b5dc41c3d4" providerId="LiveId" clId="{9C6D44AE-24B0-4FC0-BBB6-CE92678896EA}" dt="2026-04-06T01:58:01.794" v="1763" actId="2711"/>
        <pc:sldMkLst>
          <pc:docMk/>
          <pc:sldMk cId="1568094064" sldId="465"/>
        </pc:sldMkLst>
        <pc:spChg chg="mod">
          <ac:chgData name="Sriya Padhy" userId="b7a1c1b5dc41c3d4" providerId="LiveId" clId="{9C6D44AE-24B0-4FC0-BBB6-CE92678896EA}" dt="2026-04-06T01:58:01.794" v="1763" actId="2711"/>
          <ac:spMkLst>
            <pc:docMk/>
            <pc:sldMk cId="1568094064" sldId="465"/>
            <ac:spMk id="2" creationId="{59932C95-FBC6-CA7E-ED26-B7150D055889}"/>
          </ac:spMkLst>
        </pc:spChg>
        <pc:spChg chg="add del mod">
          <ac:chgData name="Sriya Padhy" userId="b7a1c1b5dc41c3d4" providerId="LiveId" clId="{9C6D44AE-24B0-4FC0-BBB6-CE92678896EA}" dt="2026-04-04T15:32:09.484" v="1540" actId="113"/>
          <ac:spMkLst>
            <pc:docMk/>
            <pc:sldMk cId="1568094064" sldId="465"/>
            <ac:spMk id="4" creationId="{735570E6-3BDD-D373-C0E3-2A9F231DDEBB}"/>
          </ac:spMkLst>
        </pc:spChg>
        <pc:spChg chg="add mod">
          <ac:chgData name="Sriya Padhy" userId="b7a1c1b5dc41c3d4" providerId="LiveId" clId="{9C6D44AE-24B0-4FC0-BBB6-CE92678896EA}" dt="2026-04-04T14:55:53.280" v="1163" actId="1076"/>
          <ac:spMkLst>
            <pc:docMk/>
            <pc:sldMk cId="1568094064" sldId="465"/>
            <ac:spMk id="19" creationId="{35F9A376-5AC6-9970-CF30-CA331E9782BA}"/>
          </ac:spMkLst>
        </pc:spChg>
        <pc:spChg chg="add">
          <ac:chgData name="Sriya Padhy" userId="b7a1c1b5dc41c3d4" providerId="LiveId" clId="{9C6D44AE-24B0-4FC0-BBB6-CE92678896EA}" dt="2026-04-04T14:55:10.286" v="1151" actId="26606"/>
          <ac:spMkLst>
            <pc:docMk/>
            <pc:sldMk cId="1568094064" sldId="465"/>
            <ac:spMk id="25" creationId="{149FB5C3-7336-4FE0-A30C-CC0A3646D499}"/>
          </ac:spMkLst>
        </pc:spChg>
        <pc:spChg chg="add mod">
          <ac:chgData name="Sriya Padhy" userId="b7a1c1b5dc41c3d4" providerId="LiveId" clId="{9C6D44AE-24B0-4FC0-BBB6-CE92678896EA}" dt="2026-04-04T14:57:46.389" v="1179" actId="1076"/>
          <ac:spMkLst>
            <pc:docMk/>
            <pc:sldMk cId="1568094064" sldId="465"/>
            <ac:spMk id="26" creationId="{E71A046B-8A52-2A4B-4A9F-5AF8E16B0D8E}"/>
          </ac:spMkLst>
        </pc:spChg>
        <pc:spChg chg="add">
          <ac:chgData name="Sriya Padhy" userId="b7a1c1b5dc41c3d4" providerId="LiveId" clId="{9C6D44AE-24B0-4FC0-BBB6-CE92678896EA}" dt="2026-04-04T14:55:10.286" v="1151" actId="26606"/>
          <ac:spMkLst>
            <pc:docMk/>
            <pc:sldMk cId="1568094064" sldId="465"/>
            <ac:spMk id="31" creationId="{0DA909B4-15FF-46A6-8A7F-7AEF977FE9ED}"/>
          </ac:spMkLst>
        </pc:spChg>
        <pc:spChg chg="add">
          <ac:chgData name="Sriya Padhy" userId="b7a1c1b5dc41c3d4" providerId="LiveId" clId="{9C6D44AE-24B0-4FC0-BBB6-CE92678896EA}" dt="2026-04-04T14:55:10.286" v="1151" actId="26606"/>
          <ac:spMkLst>
            <pc:docMk/>
            <pc:sldMk cId="1568094064" sldId="465"/>
            <ac:spMk id="33" creationId="{1382A32C-5B0C-4B1C-A074-76C6DBCC9F87}"/>
          </ac:spMkLst>
        </pc:spChg>
        <pc:picChg chg="add mod ord">
          <ac:chgData name="Sriya Padhy" userId="b7a1c1b5dc41c3d4" providerId="LiveId" clId="{9C6D44AE-24B0-4FC0-BBB6-CE92678896EA}" dt="2026-04-04T14:57:42.143" v="1178" actId="14100"/>
          <ac:picMkLst>
            <pc:docMk/>
            <pc:sldMk cId="1568094064" sldId="465"/>
            <ac:picMk id="6" creationId="{E8F50E71-C018-8DC6-07F9-58FFBF6B5951}"/>
          </ac:picMkLst>
        </pc:picChg>
        <pc:picChg chg="add mod">
          <ac:chgData name="Sriya Padhy" userId="b7a1c1b5dc41c3d4" providerId="LiveId" clId="{9C6D44AE-24B0-4FC0-BBB6-CE92678896EA}" dt="2026-04-04T14:58:20.239" v="1184" actId="1076"/>
          <ac:picMkLst>
            <pc:docMk/>
            <pc:sldMk cId="1568094064" sldId="465"/>
            <ac:picMk id="7" creationId="{51901AF5-6702-DD69-DAEF-09A5391A9D88}"/>
          </ac:picMkLst>
        </pc:picChg>
      </pc:sldChg>
      <pc:sldMasterChg chg="addSp modSp modSldLayout">
        <pc:chgData name="Sriya Padhy" userId="b7a1c1b5dc41c3d4" providerId="LiveId" clId="{9C6D44AE-24B0-4FC0-BBB6-CE92678896EA}" dt="2026-04-06T01:53:55.150" v="1728"/>
        <pc:sldMasterMkLst>
          <pc:docMk/>
          <pc:sldMasterMk cId="2209977519" sldId="2147483648"/>
        </pc:sldMasterMkLst>
        <pc:spChg chg="add mod">
          <ac:chgData name="Sriya Padhy" userId="b7a1c1b5dc41c3d4" providerId="LiveId" clId="{9C6D44AE-24B0-4FC0-BBB6-CE92678896EA}" dt="2026-04-06T01:53:55.150" v="1728"/>
          <ac:spMkLst>
            <pc:docMk/>
            <pc:sldMasterMk cId="2209977519" sldId="2147483648"/>
            <ac:spMk id="7" creationId="{508BEC43-B32D-CAF8-A85C-6E0E6484D301}"/>
          </ac:spMkLst>
        </pc:spChg>
        <pc:picChg chg="add mod">
          <ac:chgData name="Sriya Padhy" userId="b7a1c1b5dc41c3d4" providerId="LiveId" clId="{9C6D44AE-24B0-4FC0-BBB6-CE92678896EA}" dt="2026-04-06T01:53:55.150" v="1728"/>
          <ac:picMkLst>
            <pc:docMk/>
            <pc:sldMasterMk cId="2209977519" sldId="2147483648"/>
            <ac:picMk id="8" creationId="{3A828F7C-BC68-7FF1-44F7-C62547325A7B}"/>
          </ac:picMkLst>
        </pc:picChg>
        <pc:sldLayoutChg chg="addSp delSp modSp mod">
          <pc:chgData name="Sriya Padhy" userId="b7a1c1b5dc41c3d4" providerId="LiveId" clId="{9C6D44AE-24B0-4FC0-BBB6-CE92678896EA}" dt="2026-04-06T01:48:21.584" v="1701" actId="478"/>
          <pc:sldLayoutMkLst>
            <pc:docMk/>
            <pc:sldMasterMk cId="2209977519" sldId="2147483648"/>
            <pc:sldLayoutMk cId="3168075583" sldId="2147483649"/>
          </pc:sldLayoutMkLst>
          <pc:spChg chg="add del mod">
            <ac:chgData name="Sriya Padhy" userId="b7a1c1b5dc41c3d4" providerId="LiveId" clId="{9C6D44AE-24B0-4FC0-BBB6-CE92678896EA}" dt="2026-04-06T01:48:21.584" v="1701" actId="478"/>
            <ac:spMkLst>
              <pc:docMk/>
              <pc:sldMasterMk cId="2209977519" sldId="2147483648"/>
              <pc:sldLayoutMk cId="3168075583" sldId="2147483649"/>
              <ac:spMk id="7" creationId="{2927D163-4B92-75B7-EDF8-6FF077A49412}"/>
            </ac:spMkLst>
          </pc:spChg>
          <pc:picChg chg="add del mod">
            <ac:chgData name="Sriya Padhy" userId="b7a1c1b5dc41c3d4" providerId="LiveId" clId="{9C6D44AE-24B0-4FC0-BBB6-CE92678896EA}" dt="2026-04-06T01:48:20.178" v="1700" actId="478"/>
            <ac:picMkLst>
              <pc:docMk/>
              <pc:sldMasterMk cId="2209977519" sldId="2147483648"/>
              <pc:sldLayoutMk cId="3168075583" sldId="2147483649"/>
              <ac:picMk id="8" creationId="{85468015-F42B-B534-1919-A16399DCA646}"/>
            </ac:picMkLst>
          </pc:picChg>
        </pc:sldLayoutChg>
        <pc:sldLayoutChg chg="addSp delSp modSp mod">
          <pc:chgData name="Sriya Padhy" userId="b7a1c1b5dc41c3d4" providerId="LiveId" clId="{9C6D44AE-24B0-4FC0-BBB6-CE92678896EA}" dt="2026-04-06T01:53:31.624" v="1725"/>
          <pc:sldLayoutMkLst>
            <pc:docMk/>
            <pc:sldMasterMk cId="2209977519" sldId="2147483648"/>
            <pc:sldLayoutMk cId="2614314258" sldId="2147483650"/>
          </pc:sldLayoutMkLst>
          <pc:spChg chg="del mod">
            <ac:chgData name="Sriya Padhy" userId="b7a1c1b5dc41c3d4" providerId="LiveId" clId="{9C6D44AE-24B0-4FC0-BBB6-CE92678896EA}" dt="2026-04-06T01:53:27.387" v="1723"/>
            <ac:spMkLst>
              <pc:docMk/>
              <pc:sldMasterMk cId="2209977519" sldId="2147483648"/>
              <pc:sldLayoutMk cId="2614314258" sldId="2147483650"/>
              <ac:spMk id="2" creationId="{00000000-0000-0000-0000-000000000000}"/>
            </ac:spMkLst>
          </pc:spChg>
          <pc:spChg chg="add mod">
            <ac:chgData name="Sriya Padhy" userId="b7a1c1b5dc41c3d4" providerId="LiveId" clId="{9C6D44AE-24B0-4FC0-BBB6-CE92678896EA}" dt="2026-04-06T01:49:37.764" v="1709" actId="207"/>
            <ac:spMkLst>
              <pc:docMk/>
              <pc:sldMasterMk cId="2209977519" sldId="2147483648"/>
              <pc:sldLayoutMk cId="2614314258" sldId="2147483650"/>
              <ac:spMk id="8" creationId="{D8D97E2A-2D73-8689-3354-C7DD21C42D85}"/>
            </ac:spMkLst>
          </pc:spChg>
          <pc:spChg chg="add del mod">
            <ac:chgData name="Sriya Padhy" userId="b7a1c1b5dc41c3d4" providerId="LiveId" clId="{9C6D44AE-24B0-4FC0-BBB6-CE92678896EA}" dt="2026-04-06T01:53:31.624" v="1725"/>
            <ac:spMkLst>
              <pc:docMk/>
              <pc:sldMasterMk cId="2209977519" sldId="2147483648"/>
              <pc:sldLayoutMk cId="2614314258" sldId="2147483650"/>
              <ac:spMk id="10" creationId="{7949D200-E83B-49C2-EBB8-675A545475E3}"/>
            </ac:spMkLst>
          </pc:spChg>
          <pc:graphicFrameChg chg="add mod">
            <ac:chgData name="Sriya Padhy" userId="b7a1c1b5dc41c3d4" providerId="LiveId" clId="{9C6D44AE-24B0-4FC0-BBB6-CE92678896EA}" dt="2026-04-06T01:45:27.071" v="1682"/>
            <ac:graphicFrameMkLst>
              <pc:docMk/>
              <pc:sldMasterMk cId="2209977519" sldId="2147483648"/>
              <pc:sldLayoutMk cId="2614314258" sldId="2147483650"/>
              <ac:graphicFrameMk id="7" creationId="{97E64491-A790-947E-8F02-CECF89E54F07}"/>
            </ac:graphicFrameMkLst>
          </pc:graphicFrameChg>
          <pc:picChg chg="add mod">
            <ac:chgData name="Sriya Padhy" userId="b7a1c1b5dc41c3d4" providerId="LiveId" clId="{9C6D44AE-24B0-4FC0-BBB6-CE92678896EA}" dt="2026-04-06T01:45:41.285" v="1683"/>
            <ac:picMkLst>
              <pc:docMk/>
              <pc:sldMasterMk cId="2209977519" sldId="2147483648"/>
              <pc:sldLayoutMk cId="2614314258" sldId="2147483650"/>
              <ac:picMk id="9" creationId="{1D660BDA-5376-0474-D9F4-0577FEE249E6}"/>
            </ac:picMkLst>
          </pc:picChg>
        </pc:sldLayoutChg>
        <pc:sldLayoutChg chg="addSp modSp">
          <pc:chgData name="Sriya Padhy" userId="b7a1c1b5dc41c3d4" providerId="LiveId" clId="{9C6D44AE-24B0-4FC0-BBB6-CE92678896EA}" dt="2026-04-06T01:46:30.587" v="1684"/>
          <pc:sldLayoutMkLst>
            <pc:docMk/>
            <pc:sldMasterMk cId="2209977519" sldId="2147483648"/>
            <pc:sldLayoutMk cId="960648375" sldId="2147483651"/>
          </pc:sldLayoutMkLst>
          <pc:spChg chg="add mod">
            <ac:chgData name="Sriya Padhy" userId="b7a1c1b5dc41c3d4" providerId="LiveId" clId="{9C6D44AE-24B0-4FC0-BBB6-CE92678896EA}" dt="2026-04-06T01:46:30.587" v="1684"/>
            <ac:spMkLst>
              <pc:docMk/>
              <pc:sldMasterMk cId="2209977519" sldId="2147483648"/>
              <pc:sldLayoutMk cId="960648375" sldId="2147483651"/>
              <ac:spMk id="7" creationId="{8E0C6C20-2D0A-1AEB-0419-7840453D1E65}"/>
            </ac:spMkLst>
          </pc:spChg>
          <pc:picChg chg="add mod">
            <ac:chgData name="Sriya Padhy" userId="b7a1c1b5dc41c3d4" providerId="LiveId" clId="{9C6D44AE-24B0-4FC0-BBB6-CE92678896EA}" dt="2026-04-06T01:46:30.587" v="1684"/>
            <ac:picMkLst>
              <pc:docMk/>
              <pc:sldMasterMk cId="2209977519" sldId="2147483648"/>
              <pc:sldLayoutMk cId="960648375" sldId="2147483651"/>
              <ac:picMk id="8" creationId="{9E57383E-115D-9619-4944-068273E47F40}"/>
            </ac:picMkLst>
          </pc:picChg>
        </pc:sldLayoutChg>
        <pc:sldLayoutChg chg="addSp modSp mod">
          <pc:chgData name="Sriya Padhy" userId="b7a1c1b5dc41c3d4" providerId="LiveId" clId="{9C6D44AE-24B0-4FC0-BBB6-CE92678896EA}" dt="2026-04-06T01:50:09.077" v="1713" actId="20577"/>
          <pc:sldLayoutMkLst>
            <pc:docMk/>
            <pc:sldMasterMk cId="2209977519" sldId="2147483648"/>
            <pc:sldLayoutMk cId="2782244947" sldId="2147483652"/>
          </pc:sldLayoutMkLst>
          <pc:spChg chg="add mod">
            <ac:chgData name="Sriya Padhy" userId="b7a1c1b5dc41c3d4" providerId="LiveId" clId="{9C6D44AE-24B0-4FC0-BBB6-CE92678896EA}" dt="2026-04-06T01:50:09.077" v="1713" actId="20577"/>
            <ac:spMkLst>
              <pc:docMk/>
              <pc:sldMasterMk cId="2209977519" sldId="2147483648"/>
              <pc:sldLayoutMk cId="2782244947" sldId="2147483652"/>
              <ac:spMk id="8" creationId="{D7663119-66D3-6BE1-63B6-BA61F5A42B7E}"/>
            </ac:spMkLst>
          </pc:spChg>
          <pc:picChg chg="add mod">
            <ac:chgData name="Sriya Padhy" userId="b7a1c1b5dc41c3d4" providerId="LiveId" clId="{9C6D44AE-24B0-4FC0-BBB6-CE92678896EA}" dt="2026-04-06T01:46:33.480" v="1685"/>
            <ac:picMkLst>
              <pc:docMk/>
              <pc:sldMasterMk cId="2209977519" sldId="2147483648"/>
              <pc:sldLayoutMk cId="2782244947" sldId="2147483652"/>
              <ac:picMk id="9" creationId="{BFEC39A8-EF11-DD8D-41E5-53A677BB5B31}"/>
            </ac:picMkLst>
          </pc:picChg>
        </pc:sldLayoutChg>
        <pc:sldLayoutChg chg="addSp modSp">
          <pc:chgData name="Sriya Padhy" userId="b7a1c1b5dc41c3d4" providerId="LiveId" clId="{9C6D44AE-24B0-4FC0-BBB6-CE92678896EA}" dt="2026-04-06T01:46:35.820" v="1686"/>
          <pc:sldLayoutMkLst>
            <pc:docMk/>
            <pc:sldMasterMk cId="2209977519" sldId="2147483648"/>
            <pc:sldLayoutMk cId="990158736" sldId="2147483653"/>
          </pc:sldLayoutMkLst>
          <pc:spChg chg="add mod">
            <ac:chgData name="Sriya Padhy" userId="b7a1c1b5dc41c3d4" providerId="LiveId" clId="{9C6D44AE-24B0-4FC0-BBB6-CE92678896EA}" dt="2026-04-06T01:46:35.820" v="1686"/>
            <ac:spMkLst>
              <pc:docMk/>
              <pc:sldMasterMk cId="2209977519" sldId="2147483648"/>
              <pc:sldLayoutMk cId="990158736" sldId="2147483653"/>
              <ac:spMk id="10" creationId="{C824B3F1-8DE9-5C24-9B3A-210C522A1F9B}"/>
            </ac:spMkLst>
          </pc:spChg>
          <pc:picChg chg="add mod">
            <ac:chgData name="Sriya Padhy" userId="b7a1c1b5dc41c3d4" providerId="LiveId" clId="{9C6D44AE-24B0-4FC0-BBB6-CE92678896EA}" dt="2026-04-06T01:46:35.820" v="1686"/>
            <ac:picMkLst>
              <pc:docMk/>
              <pc:sldMasterMk cId="2209977519" sldId="2147483648"/>
              <pc:sldLayoutMk cId="990158736" sldId="2147483653"/>
              <ac:picMk id="11" creationId="{1C2CCF4A-7F71-1007-8A38-962F8668F818}"/>
            </ac:picMkLst>
          </pc:picChg>
        </pc:sldLayoutChg>
        <pc:sldLayoutChg chg="addSp modSp">
          <pc:chgData name="Sriya Padhy" userId="b7a1c1b5dc41c3d4" providerId="LiveId" clId="{9C6D44AE-24B0-4FC0-BBB6-CE92678896EA}" dt="2026-04-06T01:52:47.640" v="1722"/>
          <pc:sldLayoutMkLst>
            <pc:docMk/>
            <pc:sldMasterMk cId="2209977519" sldId="2147483648"/>
            <pc:sldLayoutMk cId="727027711" sldId="2147483654"/>
          </pc:sldLayoutMkLst>
          <pc:spChg chg="add mod">
            <ac:chgData name="Sriya Padhy" userId="b7a1c1b5dc41c3d4" providerId="LiveId" clId="{9C6D44AE-24B0-4FC0-BBB6-CE92678896EA}" dt="2026-04-06T01:46:40.387" v="1687"/>
            <ac:spMkLst>
              <pc:docMk/>
              <pc:sldMasterMk cId="2209977519" sldId="2147483648"/>
              <pc:sldLayoutMk cId="727027711" sldId="2147483654"/>
              <ac:spMk id="6" creationId="{0F52D74D-1F81-5811-2795-D832A16AECE5}"/>
            </ac:spMkLst>
          </pc:spChg>
          <pc:spChg chg="add mod">
            <ac:chgData name="Sriya Padhy" userId="b7a1c1b5dc41c3d4" providerId="LiveId" clId="{9C6D44AE-24B0-4FC0-BBB6-CE92678896EA}" dt="2026-04-06T01:52:47.640" v="1722"/>
            <ac:spMkLst>
              <pc:docMk/>
              <pc:sldMasterMk cId="2209977519" sldId="2147483648"/>
              <pc:sldLayoutMk cId="727027711" sldId="2147483654"/>
              <ac:spMk id="8" creationId="{F67088C1-620A-69A7-E05A-8449CBE98679}"/>
            </ac:spMkLst>
          </pc:spChg>
          <pc:picChg chg="add mod">
            <ac:chgData name="Sriya Padhy" userId="b7a1c1b5dc41c3d4" providerId="LiveId" clId="{9C6D44AE-24B0-4FC0-BBB6-CE92678896EA}" dt="2026-04-06T01:46:40.387" v="1687"/>
            <ac:picMkLst>
              <pc:docMk/>
              <pc:sldMasterMk cId="2209977519" sldId="2147483648"/>
              <pc:sldLayoutMk cId="727027711" sldId="2147483654"/>
              <ac:picMk id="7" creationId="{2F90C309-F4E2-4062-4E8C-992D2B8B4488}"/>
            </ac:picMkLst>
          </pc:picChg>
          <pc:picChg chg="add mod">
            <ac:chgData name="Sriya Padhy" userId="b7a1c1b5dc41c3d4" providerId="LiveId" clId="{9C6D44AE-24B0-4FC0-BBB6-CE92678896EA}" dt="2026-04-06T01:52:47.640" v="1722"/>
            <ac:picMkLst>
              <pc:docMk/>
              <pc:sldMasterMk cId="2209977519" sldId="2147483648"/>
              <pc:sldLayoutMk cId="727027711" sldId="2147483654"/>
              <ac:picMk id="9" creationId="{F7F5D43B-9337-0FAE-22BB-FFD8C96A9489}"/>
            </ac:picMkLst>
          </pc:picChg>
        </pc:sldLayoutChg>
        <pc:sldLayoutChg chg="addSp delSp modSp mod">
          <pc:chgData name="Sriya Padhy" userId="b7a1c1b5dc41c3d4" providerId="LiveId" clId="{9C6D44AE-24B0-4FC0-BBB6-CE92678896EA}" dt="2026-04-06T01:52:44.346" v="1721"/>
          <pc:sldLayoutMkLst>
            <pc:docMk/>
            <pc:sldMasterMk cId="2209977519" sldId="2147483648"/>
            <pc:sldLayoutMk cId="1212999818" sldId="2147483655"/>
          </pc:sldLayoutMkLst>
          <pc:spChg chg="add del mod">
            <ac:chgData name="Sriya Padhy" userId="b7a1c1b5dc41c3d4" providerId="LiveId" clId="{9C6D44AE-24B0-4FC0-BBB6-CE92678896EA}" dt="2026-04-06T01:47:52.866" v="1697" actId="478"/>
            <ac:spMkLst>
              <pc:docMk/>
              <pc:sldMasterMk cId="2209977519" sldId="2147483648"/>
              <pc:sldLayoutMk cId="1212999818" sldId="2147483655"/>
              <ac:spMk id="5" creationId="{5F0D827B-0A9F-E15E-E077-06691E5E112D}"/>
            </ac:spMkLst>
          </pc:spChg>
          <pc:spChg chg="add mod">
            <ac:chgData name="Sriya Padhy" userId="b7a1c1b5dc41c3d4" providerId="LiveId" clId="{9C6D44AE-24B0-4FC0-BBB6-CE92678896EA}" dt="2026-04-06T01:52:44.346" v="1721"/>
            <ac:spMkLst>
              <pc:docMk/>
              <pc:sldMasterMk cId="2209977519" sldId="2147483648"/>
              <pc:sldLayoutMk cId="1212999818" sldId="2147483655"/>
              <ac:spMk id="7" creationId="{CD79386E-023D-14CB-EB29-3F572BACEFA7}"/>
            </ac:spMkLst>
          </pc:spChg>
          <pc:picChg chg="add del mod">
            <ac:chgData name="Sriya Padhy" userId="b7a1c1b5dc41c3d4" providerId="LiveId" clId="{9C6D44AE-24B0-4FC0-BBB6-CE92678896EA}" dt="2026-04-06T01:47:52.459" v="1696" actId="478"/>
            <ac:picMkLst>
              <pc:docMk/>
              <pc:sldMasterMk cId="2209977519" sldId="2147483648"/>
              <pc:sldLayoutMk cId="1212999818" sldId="2147483655"/>
              <ac:picMk id="6" creationId="{A5FAB2A8-F79E-8E35-D822-AE70928A4363}"/>
            </ac:picMkLst>
          </pc:picChg>
          <pc:picChg chg="add mod">
            <ac:chgData name="Sriya Padhy" userId="b7a1c1b5dc41c3d4" providerId="LiveId" clId="{9C6D44AE-24B0-4FC0-BBB6-CE92678896EA}" dt="2026-04-06T01:52:44.346" v="1721"/>
            <ac:picMkLst>
              <pc:docMk/>
              <pc:sldMasterMk cId="2209977519" sldId="2147483648"/>
              <pc:sldLayoutMk cId="1212999818" sldId="2147483655"/>
              <ac:picMk id="8" creationId="{8C7731F1-651D-2FC5-51A0-F8F02099078F}"/>
            </ac:picMkLst>
          </pc:picChg>
        </pc:sldLayoutChg>
        <pc:sldLayoutChg chg="addSp modSp">
          <pc:chgData name="Sriya Padhy" userId="b7a1c1b5dc41c3d4" providerId="LiveId" clId="{9C6D44AE-24B0-4FC0-BBB6-CE92678896EA}" dt="2026-04-06T01:52:41.132" v="1720"/>
          <pc:sldLayoutMkLst>
            <pc:docMk/>
            <pc:sldMasterMk cId="2209977519" sldId="2147483648"/>
            <pc:sldLayoutMk cId="1840726560" sldId="2147483656"/>
          </pc:sldLayoutMkLst>
          <pc:spChg chg="add mod">
            <ac:chgData name="Sriya Padhy" userId="b7a1c1b5dc41c3d4" providerId="LiveId" clId="{9C6D44AE-24B0-4FC0-BBB6-CE92678896EA}" dt="2026-04-06T01:46:51.804" v="1691"/>
            <ac:spMkLst>
              <pc:docMk/>
              <pc:sldMasterMk cId="2209977519" sldId="2147483648"/>
              <pc:sldLayoutMk cId="1840726560" sldId="2147483656"/>
              <ac:spMk id="8" creationId="{992F5BFB-3979-2A2A-B996-8B1FC2C847F9}"/>
            </ac:spMkLst>
          </pc:spChg>
          <pc:spChg chg="add mod">
            <ac:chgData name="Sriya Padhy" userId="b7a1c1b5dc41c3d4" providerId="LiveId" clId="{9C6D44AE-24B0-4FC0-BBB6-CE92678896EA}" dt="2026-04-06T01:52:41.132" v="1720"/>
            <ac:spMkLst>
              <pc:docMk/>
              <pc:sldMasterMk cId="2209977519" sldId="2147483648"/>
              <pc:sldLayoutMk cId="1840726560" sldId="2147483656"/>
              <ac:spMk id="10" creationId="{7A6CFB52-F513-D438-9483-A12EFF98CD2B}"/>
            </ac:spMkLst>
          </pc:spChg>
          <pc:picChg chg="add mod">
            <ac:chgData name="Sriya Padhy" userId="b7a1c1b5dc41c3d4" providerId="LiveId" clId="{9C6D44AE-24B0-4FC0-BBB6-CE92678896EA}" dt="2026-04-06T01:46:51.804" v="1691"/>
            <ac:picMkLst>
              <pc:docMk/>
              <pc:sldMasterMk cId="2209977519" sldId="2147483648"/>
              <pc:sldLayoutMk cId="1840726560" sldId="2147483656"/>
              <ac:picMk id="9" creationId="{C9DA4CC1-CE43-3F04-5AE7-B5261B589B30}"/>
            </ac:picMkLst>
          </pc:picChg>
          <pc:picChg chg="add mod">
            <ac:chgData name="Sriya Padhy" userId="b7a1c1b5dc41c3d4" providerId="LiveId" clId="{9C6D44AE-24B0-4FC0-BBB6-CE92678896EA}" dt="2026-04-06T01:52:41.132" v="1720"/>
            <ac:picMkLst>
              <pc:docMk/>
              <pc:sldMasterMk cId="2209977519" sldId="2147483648"/>
              <pc:sldLayoutMk cId="1840726560" sldId="2147483656"/>
              <ac:picMk id="11" creationId="{749CC78F-C2CC-3EDE-A898-E94502633984}"/>
            </ac:picMkLst>
          </pc:picChg>
        </pc:sldLayoutChg>
        <pc:sldLayoutChg chg="addSp modSp">
          <pc:chgData name="Sriya Padhy" userId="b7a1c1b5dc41c3d4" providerId="LiveId" clId="{9C6D44AE-24B0-4FC0-BBB6-CE92678896EA}" dt="2026-04-06T01:52:19.575" v="1719"/>
          <pc:sldLayoutMkLst>
            <pc:docMk/>
            <pc:sldMasterMk cId="2209977519" sldId="2147483648"/>
            <pc:sldLayoutMk cId="3889236939" sldId="2147483657"/>
          </pc:sldLayoutMkLst>
          <pc:spChg chg="add mod">
            <ac:chgData name="Sriya Padhy" userId="b7a1c1b5dc41c3d4" providerId="LiveId" clId="{9C6D44AE-24B0-4FC0-BBB6-CE92678896EA}" dt="2026-04-06T01:46:50.043" v="1690"/>
            <ac:spMkLst>
              <pc:docMk/>
              <pc:sldMasterMk cId="2209977519" sldId="2147483648"/>
              <pc:sldLayoutMk cId="3889236939" sldId="2147483657"/>
              <ac:spMk id="8" creationId="{A11C3903-1187-C01A-1AAB-1D0D61558DBF}"/>
            </ac:spMkLst>
          </pc:spChg>
          <pc:spChg chg="add mod">
            <ac:chgData name="Sriya Padhy" userId="b7a1c1b5dc41c3d4" providerId="LiveId" clId="{9C6D44AE-24B0-4FC0-BBB6-CE92678896EA}" dt="2026-04-06T01:52:19.575" v="1719"/>
            <ac:spMkLst>
              <pc:docMk/>
              <pc:sldMasterMk cId="2209977519" sldId="2147483648"/>
              <pc:sldLayoutMk cId="3889236939" sldId="2147483657"/>
              <ac:spMk id="10" creationId="{08682135-0B9E-235E-3F09-32B4BFDB78BD}"/>
            </ac:spMkLst>
          </pc:spChg>
          <pc:picChg chg="add mod">
            <ac:chgData name="Sriya Padhy" userId="b7a1c1b5dc41c3d4" providerId="LiveId" clId="{9C6D44AE-24B0-4FC0-BBB6-CE92678896EA}" dt="2026-04-06T01:46:50.043" v="1690"/>
            <ac:picMkLst>
              <pc:docMk/>
              <pc:sldMasterMk cId="2209977519" sldId="2147483648"/>
              <pc:sldLayoutMk cId="3889236939" sldId="2147483657"/>
              <ac:picMk id="9" creationId="{A52E1884-63F0-253F-70EC-FD34AA642160}"/>
            </ac:picMkLst>
          </pc:picChg>
          <pc:picChg chg="add mod">
            <ac:chgData name="Sriya Padhy" userId="b7a1c1b5dc41c3d4" providerId="LiveId" clId="{9C6D44AE-24B0-4FC0-BBB6-CE92678896EA}" dt="2026-04-06T01:52:19.575" v="1719"/>
            <ac:picMkLst>
              <pc:docMk/>
              <pc:sldMasterMk cId="2209977519" sldId="2147483648"/>
              <pc:sldLayoutMk cId="3889236939" sldId="2147483657"/>
              <ac:picMk id="11" creationId="{389FC990-AE90-D835-50E4-E77CB17EF43E}"/>
            </ac:picMkLst>
          </pc:picChg>
        </pc:sldLayoutChg>
        <pc:sldLayoutChg chg="addSp modSp">
          <pc:chgData name="Sriya Padhy" userId="b7a1c1b5dc41c3d4" providerId="LiveId" clId="{9C6D44AE-24B0-4FC0-BBB6-CE92678896EA}" dt="2026-04-06T01:52:16.023" v="1718"/>
          <pc:sldLayoutMkLst>
            <pc:docMk/>
            <pc:sldMasterMk cId="2209977519" sldId="2147483648"/>
            <pc:sldLayoutMk cId="2910927964" sldId="2147483658"/>
          </pc:sldLayoutMkLst>
          <pc:spChg chg="add mod">
            <ac:chgData name="Sriya Padhy" userId="b7a1c1b5dc41c3d4" providerId="LiveId" clId="{9C6D44AE-24B0-4FC0-BBB6-CE92678896EA}" dt="2026-04-06T01:46:48.263" v="1689"/>
            <ac:spMkLst>
              <pc:docMk/>
              <pc:sldMasterMk cId="2209977519" sldId="2147483648"/>
              <pc:sldLayoutMk cId="2910927964" sldId="2147483658"/>
              <ac:spMk id="7" creationId="{8E94503A-75DC-F9D9-210E-5387AA6E92CF}"/>
            </ac:spMkLst>
          </pc:spChg>
          <pc:spChg chg="add mod">
            <ac:chgData name="Sriya Padhy" userId="b7a1c1b5dc41c3d4" providerId="LiveId" clId="{9C6D44AE-24B0-4FC0-BBB6-CE92678896EA}" dt="2026-04-06T01:52:16.023" v="1718"/>
            <ac:spMkLst>
              <pc:docMk/>
              <pc:sldMasterMk cId="2209977519" sldId="2147483648"/>
              <pc:sldLayoutMk cId="2910927964" sldId="2147483658"/>
              <ac:spMk id="9" creationId="{79620AE6-1CA3-29AC-5388-2E77E8989D3D}"/>
            </ac:spMkLst>
          </pc:spChg>
          <pc:picChg chg="add mod">
            <ac:chgData name="Sriya Padhy" userId="b7a1c1b5dc41c3d4" providerId="LiveId" clId="{9C6D44AE-24B0-4FC0-BBB6-CE92678896EA}" dt="2026-04-06T01:46:48.263" v="1689"/>
            <ac:picMkLst>
              <pc:docMk/>
              <pc:sldMasterMk cId="2209977519" sldId="2147483648"/>
              <pc:sldLayoutMk cId="2910927964" sldId="2147483658"/>
              <ac:picMk id="8" creationId="{D4088253-12AD-F41D-16DA-37DABFCC8728}"/>
            </ac:picMkLst>
          </pc:picChg>
          <pc:picChg chg="add mod">
            <ac:chgData name="Sriya Padhy" userId="b7a1c1b5dc41c3d4" providerId="LiveId" clId="{9C6D44AE-24B0-4FC0-BBB6-CE92678896EA}" dt="2026-04-06T01:52:16.023" v="1718"/>
            <ac:picMkLst>
              <pc:docMk/>
              <pc:sldMasterMk cId="2209977519" sldId="2147483648"/>
              <pc:sldLayoutMk cId="2910927964" sldId="2147483658"/>
              <ac:picMk id="10" creationId="{1CB02CC2-519E-A88A-12FD-7B8BC61E03F9}"/>
            </ac:picMkLst>
          </pc:picChg>
        </pc:sldLayoutChg>
        <pc:sldLayoutChg chg="addSp modSp">
          <pc:chgData name="Sriya Padhy" userId="b7a1c1b5dc41c3d4" providerId="LiveId" clId="{9C6D44AE-24B0-4FC0-BBB6-CE92678896EA}" dt="2026-04-06T01:46:46.274" v="1688"/>
          <pc:sldLayoutMkLst>
            <pc:docMk/>
            <pc:sldMasterMk cId="2209977519" sldId="2147483648"/>
            <pc:sldLayoutMk cId="3612223792" sldId="2147483659"/>
          </pc:sldLayoutMkLst>
          <pc:spChg chg="add mod">
            <ac:chgData name="Sriya Padhy" userId="b7a1c1b5dc41c3d4" providerId="LiveId" clId="{9C6D44AE-24B0-4FC0-BBB6-CE92678896EA}" dt="2026-04-06T01:46:46.274" v="1688"/>
            <ac:spMkLst>
              <pc:docMk/>
              <pc:sldMasterMk cId="2209977519" sldId="2147483648"/>
              <pc:sldLayoutMk cId="3612223792" sldId="2147483659"/>
              <ac:spMk id="7" creationId="{CE26C90F-C55D-90DB-2184-4165BBBFC930}"/>
            </ac:spMkLst>
          </pc:spChg>
          <pc:picChg chg="add mod">
            <ac:chgData name="Sriya Padhy" userId="b7a1c1b5dc41c3d4" providerId="LiveId" clId="{9C6D44AE-24B0-4FC0-BBB6-CE92678896EA}" dt="2026-04-06T01:46:46.274" v="1688"/>
            <ac:picMkLst>
              <pc:docMk/>
              <pc:sldMasterMk cId="2209977519" sldId="2147483648"/>
              <pc:sldLayoutMk cId="3612223792" sldId="2147483659"/>
              <ac:picMk id="8" creationId="{5F2519BA-5178-0588-775F-6D8CC15D0FBB}"/>
            </ac:picMkLst>
          </pc:picChg>
        </pc:sldLayoutChg>
      </pc:sldMasterChg>
      <pc:sldMasterChg chg="new del mod addSldLayout delSldLayout">
        <pc:chgData name="Sriya Padhy" userId="b7a1c1b5dc41c3d4" providerId="LiveId" clId="{9C6D44AE-24B0-4FC0-BBB6-CE92678896EA}" dt="2026-04-06T01:53:42.684" v="1727" actId="6938"/>
        <pc:sldMasterMkLst>
          <pc:docMk/>
          <pc:sldMasterMk cId="12342125" sldId="2147483660"/>
        </pc:sldMasterMkLst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1958124927" sldId="2147483661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1600216364" sldId="2147483662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3929585152" sldId="2147483663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2326608351" sldId="2147483664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2700328042" sldId="2147483665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2072072548" sldId="2147483666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577049339" sldId="2147483667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3812358744" sldId="2147483668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2590226126" sldId="2147483669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4146838755" sldId="2147483670"/>
          </pc:sldLayoutMkLst>
        </pc:sldLayoutChg>
        <pc:sldLayoutChg chg="new del replId">
          <pc:chgData name="Sriya Padhy" userId="b7a1c1b5dc41c3d4" providerId="LiveId" clId="{9C6D44AE-24B0-4FC0-BBB6-CE92678896EA}" dt="2026-04-06T01:53:42.684" v="1727" actId="6938"/>
          <pc:sldLayoutMkLst>
            <pc:docMk/>
            <pc:sldMasterMk cId="12342125" sldId="2147483660"/>
            <pc:sldLayoutMk cId="4054984" sldId="214748367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1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1.svg"/><Relationship Id="rId1" Type="http://schemas.openxmlformats.org/officeDocument/2006/relationships/image" Target="../media/image12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1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1.svg"/><Relationship Id="rId1" Type="http://schemas.openxmlformats.org/officeDocument/2006/relationships/image" Target="../media/image12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869B8B-93EF-4379-BFFD-BD45A469F6A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C0A9A6-3D20-439E-AE0A-1D73FF4B124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>
              <a:latin typeface="Times New Roman" panose="02020603050405020304" pitchFamily="18" charset="0"/>
              <a:cs typeface="Times New Roman" panose="02020603050405020304" pitchFamily="18" charset="0"/>
            </a:rPr>
            <a:t>Python - </a:t>
          </a:r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Used as the primary programming language for implementing the entire system</a:t>
          </a:r>
        </a:p>
      </dgm:t>
    </dgm:pt>
    <dgm:pt modelId="{97086960-56D9-4E51-9F82-0ECBA1D85942}" type="parTrans" cxnId="{72012A11-D1AB-4ED8-9D90-2B55E6838958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84D1E5-FAD4-4149-98EB-E2CDB59FD01B}" type="sibTrans" cxnId="{72012A11-D1AB-4ED8-9D90-2B55E6838958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1562C4-165C-49EE-BD2F-486338A8562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>
              <a:latin typeface="Times New Roman" panose="02020603050405020304" pitchFamily="18" charset="0"/>
              <a:cs typeface="Times New Roman" panose="02020603050405020304" pitchFamily="18" charset="0"/>
            </a:rPr>
            <a:t>PyTorch - </a:t>
          </a:r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Used for building and running the deep learning model (YOLOv8-Pose)</a:t>
          </a:r>
        </a:p>
      </dgm:t>
    </dgm:pt>
    <dgm:pt modelId="{AE14FD8D-BE63-436D-86AB-F6055EF0F957}" type="parTrans" cxnId="{4705A8A3-86D3-4BF7-AF0A-11608C369B23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52C9AD-481E-4F17-874D-8A55C92B03A3}" type="sibTrans" cxnId="{4705A8A3-86D3-4BF7-AF0A-11608C369B23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4B61F3-6AB2-4D5F-A5D4-DF61F9E534D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YOLOv8 (</a:t>
          </a:r>
          <a:r>
            <a:rPr lang="en-US" sz="1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Ultralytics</a:t>
          </a:r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) - 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Used for detecting anatomical </a:t>
          </a:r>
          <a:r>
            <a:rPr lang="en-US" sz="1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keypoints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 from cattle images</a:t>
          </a:r>
        </a:p>
      </dgm:t>
    </dgm:pt>
    <dgm:pt modelId="{618E3595-AFEE-4A65-97F5-84DFB4C2E553}" type="parTrans" cxnId="{83FD31AD-2848-43E8-882B-1D9D5341E3D7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B6CCD9-A75E-4855-9509-36B4580371E3}" type="sibTrans" cxnId="{83FD31AD-2848-43E8-882B-1D9D5341E3D7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65126E-6BEE-476C-A27F-A905E7FAB6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>
              <a:latin typeface="Times New Roman" panose="02020603050405020304" pitchFamily="18" charset="0"/>
              <a:cs typeface="Times New Roman" panose="02020603050405020304" pitchFamily="18" charset="0"/>
            </a:rPr>
            <a:t>OpenCV - </a:t>
          </a:r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Used for image processing and visualization of detected keypoints</a:t>
          </a:r>
        </a:p>
      </dgm:t>
    </dgm:pt>
    <dgm:pt modelId="{65832040-859D-4E0A-AB29-9CF4BE5AA74E}" type="parTrans" cxnId="{4DF114FE-B98D-4F0D-B9BF-66B7AE346695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5F6B23-5C0D-4D33-A16A-3D84394D9ECB}" type="sibTrans" cxnId="{4DF114FE-B98D-4F0D-B9BF-66B7AE346695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7F1E31-90B1-4593-A729-377551DA9B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>
              <a:latin typeface="Times New Roman" panose="02020603050405020304" pitchFamily="18" charset="0"/>
              <a:cs typeface="Times New Roman" panose="02020603050405020304" pitchFamily="18" charset="0"/>
            </a:rPr>
            <a:t>NumPy - </a:t>
          </a:r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Used for numerical computations such as distance calculation and ratio normalization</a:t>
          </a:r>
        </a:p>
      </dgm:t>
    </dgm:pt>
    <dgm:pt modelId="{479738DE-3F65-4873-AC89-9FE01B7C0E42}" type="parTrans" cxnId="{38FB1F5D-9AAA-4D3E-BF80-641FAC6A5AEC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98E5CD-8D72-4AD7-AFA8-497E61E3A10F}" type="sibTrans" cxnId="{38FB1F5D-9AAA-4D3E-BF80-641FAC6A5AEC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512661-E9E0-4257-91C0-043FA82B89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>
              <a:latin typeface="Times New Roman" panose="02020603050405020304" pitchFamily="18" charset="0"/>
              <a:cs typeface="Times New Roman" panose="02020603050405020304" pitchFamily="18" charset="0"/>
            </a:rPr>
            <a:t>Google Colab (GPU) - </a:t>
          </a:r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Used for training and testing the model with GPU acceleration</a:t>
          </a:r>
        </a:p>
      </dgm:t>
    </dgm:pt>
    <dgm:pt modelId="{08862AC9-E447-424C-96A7-83CEA01A1009}" type="parTrans" cxnId="{8D006AE0-C20E-4DD9-B199-9A60A713DBB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50214D-2B69-4F37-843C-E2552489EBA4}" type="sibTrans" cxnId="{8D006AE0-C20E-4DD9-B199-9A60A713DBB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CEF0B5-7E82-4515-934D-F2C4A2AB44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Gradio</a:t>
          </a:r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(Frontend) - 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Used to create a user-friendly interface for uploading images and displaying results</a:t>
          </a:r>
        </a:p>
      </dgm:t>
    </dgm:pt>
    <dgm:pt modelId="{EABDB8F0-A8FD-4EEE-9972-7DFDBAC47087}" type="parTrans" cxnId="{84132960-8595-4C6D-9EFD-A21381082AB3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8AD3CA-F8FA-46F9-A795-E3E54ACE853D}" type="sibTrans" cxnId="{84132960-8595-4C6D-9EFD-A21381082AB3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848D1C-BCE0-4115-87C2-39D9BF1D6A67}" type="pres">
      <dgm:prSet presAssocID="{8A869B8B-93EF-4379-BFFD-BD45A469F6A0}" presName="root" presStyleCnt="0">
        <dgm:presLayoutVars>
          <dgm:dir/>
          <dgm:resizeHandles val="exact"/>
        </dgm:presLayoutVars>
      </dgm:prSet>
      <dgm:spPr/>
    </dgm:pt>
    <dgm:pt modelId="{4A465C21-323A-4A14-B617-1CB1A26F59AC}" type="pres">
      <dgm:prSet presAssocID="{FBC0A9A6-3D20-439E-AE0A-1D73FF4B1246}" presName="compNode" presStyleCnt="0"/>
      <dgm:spPr/>
    </dgm:pt>
    <dgm:pt modelId="{E84B6A11-3426-465C-AD74-C37D5A51D617}" type="pres">
      <dgm:prSet presAssocID="{FBC0A9A6-3D20-439E-AE0A-1D73FF4B1246}" presName="bgRect" presStyleLbl="bgShp" presStyleIdx="0" presStyleCnt="7"/>
      <dgm:spPr/>
    </dgm:pt>
    <dgm:pt modelId="{7B777C27-87EB-4D74-8360-7271B9AABA7B}" type="pres">
      <dgm:prSet presAssocID="{FBC0A9A6-3D20-439E-AE0A-1D73FF4B1246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7C18D7D-6F9B-45EE-878B-A85993BAB090}" type="pres">
      <dgm:prSet presAssocID="{FBC0A9A6-3D20-439E-AE0A-1D73FF4B1246}" presName="spaceRect" presStyleCnt="0"/>
      <dgm:spPr/>
    </dgm:pt>
    <dgm:pt modelId="{F15292B6-27D3-4EC1-BC71-6C880ADDF532}" type="pres">
      <dgm:prSet presAssocID="{FBC0A9A6-3D20-439E-AE0A-1D73FF4B1246}" presName="parTx" presStyleLbl="revTx" presStyleIdx="0" presStyleCnt="7">
        <dgm:presLayoutVars>
          <dgm:chMax val="0"/>
          <dgm:chPref val="0"/>
        </dgm:presLayoutVars>
      </dgm:prSet>
      <dgm:spPr/>
    </dgm:pt>
    <dgm:pt modelId="{BC690343-624C-464D-B226-85AD1F357124}" type="pres">
      <dgm:prSet presAssocID="{6284D1E5-FAD4-4149-98EB-E2CDB59FD01B}" presName="sibTrans" presStyleCnt="0"/>
      <dgm:spPr/>
    </dgm:pt>
    <dgm:pt modelId="{137944AC-068C-4758-B4AE-0BEE35317E47}" type="pres">
      <dgm:prSet presAssocID="{791562C4-165C-49EE-BD2F-486338A85621}" presName="compNode" presStyleCnt="0"/>
      <dgm:spPr/>
    </dgm:pt>
    <dgm:pt modelId="{3D99D049-9E6B-4723-8B4A-DA10EBBF8767}" type="pres">
      <dgm:prSet presAssocID="{791562C4-165C-49EE-BD2F-486338A85621}" presName="bgRect" presStyleLbl="bgShp" presStyleIdx="1" presStyleCnt="7"/>
      <dgm:spPr/>
    </dgm:pt>
    <dgm:pt modelId="{CCADDA13-57B8-4246-98FB-714F0B7912F1}" type="pres">
      <dgm:prSet presAssocID="{791562C4-165C-49EE-BD2F-486338A85621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17926F2-D8B3-486D-B6B4-BD6DFC41E01D}" type="pres">
      <dgm:prSet presAssocID="{791562C4-165C-49EE-BD2F-486338A85621}" presName="spaceRect" presStyleCnt="0"/>
      <dgm:spPr/>
    </dgm:pt>
    <dgm:pt modelId="{F302FFF1-58B4-4FC8-A446-FB6494DA21AA}" type="pres">
      <dgm:prSet presAssocID="{791562C4-165C-49EE-BD2F-486338A85621}" presName="parTx" presStyleLbl="revTx" presStyleIdx="1" presStyleCnt="7">
        <dgm:presLayoutVars>
          <dgm:chMax val="0"/>
          <dgm:chPref val="0"/>
        </dgm:presLayoutVars>
      </dgm:prSet>
      <dgm:spPr/>
    </dgm:pt>
    <dgm:pt modelId="{6FB5045A-9C08-420E-9B46-CFE2354C9163}" type="pres">
      <dgm:prSet presAssocID="{5052C9AD-481E-4F17-874D-8A55C92B03A3}" presName="sibTrans" presStyleCnt="0"/>
      <dgm:spPr/>
    </dgm:pt>
    <dgm:pt modelId="{13B9F7FF-666A-4400-BBE8-7A7876EB03E4}" type="pres">
      <dgm:prSet presAssocID="{6E4B61F3-6AB2-4D5F-A5D4-DF61F9E534DD}" presName="compNode" presStyleCnt="0"/>
      <dgm:spPr/>
    </dgm:pt>
    <dgm:pt modelId="{8ED857D5-F47A-4ADD-BEB0-3E5558BF2457}" type="pres">
      <dgm:prSet presAssocID="{6E4B61F3-6AB2-4D5F-A5D4-DF61F9E534DD}" presName="bgRect" presStyleLbl="bgShp" presStyleIdx="2" presStyleCnt="7"/>
      <dgm:spPr/>
    </dgm:pt>
    <dgm:pt modelId="{058E5D31-A268-4F1C-A6E4-9A5DBF8087F4}" type="pres">
      <dgm:prSet presAssocID="{6E4B61F3-6AB2-4D5F-A5D4-DF61F9E534DD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w"/>
        </a:ext>
      </dgm:extLst>
    </dgm:pt>
    <dgm:pt modelId="{696CC1E8-49EF-45D0-9756-68983A59A330}" type="pres">
      <dgm:prSet presAssocID="{6E4B61F3-6AB2-4D5F-A5D4-DF61F9E534DD}" presName="spaceRect" presStyleCnt="0"/>
      <dgm:spPr/>
    </dgm:pt>
    <dgm:pt modelId="{AF85BCD6-A907-44E9-ADD5-3B95D4A6E358}" type="pres">
      <dgm:prSet presAssocID="{6E4B61F3-6AB2-4D5F-A5D4-DF61F9E534DD}" presName="parTx" presStyleLbl="revTx" presStyleIdx="2" presStyleCnt="7">
        <dgm:presLayoutVars>
          <dgm:chMax val="0"/>
          <dgm:chPref val="0"/>
        </dgm:presLayoutVars>
      </dgm:prSet>
      <dgm:spPr/>
    </dgm:pt>
    <dgm:pt modelId="{016B16B2-8382-4DE3-AC92-80ECC3873AF5}" type="pres">
      <dgm:prSet presAssocID="{21B6CCD9-A75E-4855-9509-36B4580371E3}" presName="sibTrans" presStyleCnt="0"/>
      <dgm:spPr/>
    </dgm:pt>
    <dgm:pt modelId="{E84AF8B7-79FD-439A-BD97-4455052377B2}" type="pres">
      <dgm:prSet presAssocID="{1565126E-6BEE-476C-A27F-A905E7FAB642}" presName="compNode" presStyleCnt="0"/>
      <dgm:spPr/>
    </dgm:pt>
    <dgm:pt modelId="{16B62F4B-CA61-4700-82A5-5C65C96754BD}" type="pres">
      <dgm:prSet presAssocID="{1565126E-6BEE-476C-A27F-A905E7FAB642}" presName="bgRect" presStyleLbl="bgShp" presStyleIdx="3" presStyleCnt="7"/>
      <dgm:spPr/>
    </dgm:pt>
    <dgm:pt modelId="{6B3AE227-81E5-4C56-A419-4482D9E8D787}" type="pres">
      <dgm:prSet presAssocID="{1565126E-6BEE-476C-A27F-A905E7FAB64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7214E6B-C21F-448D-8448-75DBA0A4C266}" type="pres">
      <dgm:prSet presAssocID="{1565126E-6BEE-476C-A27F-A905E7FAB642}" presName="spaceRect" presStyleCnt="0"/>
      <dgm:spPr/>
    </dgm:pt>
    <dgm:pt modelId="{8C1DF7F9-5D96-44C7-8CD4-71AF1D0B37E4}" type="pres">
      <dgm:prSet presAssocID="{1565126E-6BEE-476C-A27F-A905E7FAB642}" presName="parTx" presStyleLbl="revTx" presStyleIdx="3" presStyleCnt="7">
        <dgm:presLayoutVars>
          <dgm:chMax val="0"/>
          <dgm:chPref val="0"/>
        </dgm:presLayoutVars>
      </dgm:prSet>
      <dgm:spPr/>
    </dgm:pt>
    <dgm:pt modelId="{9BFECE57-65D1-4C04-BF82-17A16F317297}" type="pres">
      <dgm:prSet presAssocID="{E05F6B23-5C0D-4D33-A16A-3D84394D9ECB}" presName="sibTrans" presStyleCnt="0"/>
      <dgm:spPr/>
    </dgm:pt>
    <dgm:pt modelId="{E000F040-7329-442F-B15E-ECF5251232D8}" type="pres">
      <dgm:prSet presAssocID="{BE7F1E31-90B1-4593-A729-377551DA9B6A}" presName="compNode" presStyleCnt="0"/>
      <dgm:spPr/>
    </dgm:pt>
    <dgm:pt modelId="{092585EE-13E4-4530-94B5-BA2FFDEA6B81}" type="pres">
      <dgm:prSet presAssocID="{BE7F1E31-90B1-4593-A729-377551DA9B6A}" presName="bgRect" presStyleLbl="bgShp" presStyleIdx="4" presStyleCnt="7"/>
      <dgm:spPr/>
    </dgm:pt>
    <dgm:pt modelId="{7DEE8EAA-7F95-43F3-9F6D-D7E416751D2E}" type="pres">
      <dgm:prSet presAssocID="{BE7F1E31-90B1-4593-A729-377551DA9B6A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DF1E842-C786-4CE3-9AE8-F29906C40168}" type="pres">
      <dgm:prSet presAssocID="{BE7F1E31-90B1-4593-A729-377551DA9B6A}" presName="spaceRect" presStyleCnt="0"/>
      <dgm:spPr/>
    </dgm:pt>
    <dgm:pt modelId="{B90A9A92-D681-4A93-8284-8332F1174C1E}" type="pres">
      <dgm:prSet presAssocID="{BE7F1E31-90B1-4593-A729-377551DA9B6A}" presName="parTx" presStyleLbl="revTx" presStyleIdx="4" presStyleCnt="7">
        <dgm:presLayoutVars>
          <dgm:chMax val="0"/>
          <dgm:chPref val="0"/>
        </dgm:presLayoutVars>
      </dgm:prSet>
      <dgm:spPr/>
    </dgm:pt>
    <dgm:pt modelId="{CE0B3364-1CC7-4CA6-B1E9-90F2E2ABFDD5}" type="pres">
      <dgm:prSet presAssocID="{D298E5CD-8D72-4AD7-AFA8-497E61E3A10F}" presName="sibTrans" presStyleCnt="0"/>
      <dgm:spPr/>
    </dgm:pt>
    <dgm:pt modelId="{16ABF633-7DFB-4609-BBE9-A586730D6BA1}" type="pres">
      <dgm:prSet presAssocID="{C6512661-E9E0-4257-91C0-043FA82B8922}" presName="compNode" presStyleCnt="0"/>
      <dgm:spPr/>
    </dgm:pt>
    <dgm:pt modelId="{4A6C5B2F-DC79-4C6E-9F1A-B4A613BC8296}" type="pres">
      <dgm:prSet presAssocID="{C6512661-E9E0-4257-91C0-043FA82B8922}" presName="bgRect" presStyleLbl="bgShp" presStyleIdx="5" presStyleCnt="7"/>
      <dgm:spPr/>
    </dgm:pt>
    <dgm:pt modelId="{97151A19-EF3F-4AA2-8A2C-33E7ED650298}" type="pres">
      <dgm:prSet presAssocID="{C6512661-E9E0-4257-91C0-043FA82B8922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7EC8D30-AAF9-4B80-9BAA-75FD7DEB3FB7}" type="pres">
      <dgm:prSet presAssocID="{C6512661-E9E0-4257-91C0-043FA82B8922}" presName="spaceRect" presStyleCnt="0"/>
      <dgm:spPr/>
    </dgm:pt>
    <dgm:pt modelId="{D7824E1A-4CA8-4839-A02C-7D9F2FB16F83}" type="pres">
      <dgm:prSet presAssocID="{C6512661-E9E0-4257-91C0-043FA82B8922}" presName="parTx" presStyleLbl="revTx" presStyleIdx="5" presStyleCnt="7">
        <dgm:presLayoutVars>
          <dgm:chMax val="0"/>
          <dgm:chPref val="0"/>
        </dgm:presLayoutVars>
      </dgm:prSet>
      <dgm:spPr/>
    </dgm:pt>
    <dgm:pt modelId="{451048C0-29AB-469B-A79B-983AF9E79913}" type="pres">
      <dgm:prSet presAssocID="{8F50214D-2B69-4F37-843C-E2552489EBA4}" presName="sibTrans" presStyleCnt="0"/>
      <dgm:spPr/>
    </dgm:pt>
    <dgm:pt modelId="{75621767-99C3-4C4E-BDE8-03CE45D77F16}" type="pres">
      <dgm:prSet presAssocID="{B9CEF0B5-7E82-4515-934D-F2C4A2AB4422}" presName="compNode" presStyleCnt="0"/>
      <dgm:spPr/>
    </dgm:pt>
    <dgm:pt modelId="{D9F2CCA4-456B-4034-A609-8CEA9EEC8770}" type="pres">
      <dgm:prSet presAssocID="{B9CEF0B5-7E82-4515-934D-F2C4A2AB4422}" presName="bgRect" presStyleLbl="bgShp" presStyleIdx="6" presStyleCnt="7"/>
      <dgm:spPr/>
    </dgm:pt>
    <dgm:pt modelId="{CED9B1DA-5CEE-46AA-91F9-3E8C79745FB2}" type="pres">
      <dgm:prSet presAssocID="{B9CEF0B5-7E82-4515-934D-F2C4A2AB4422}" presName="iconRect" presStyleLbl="node1" presStyleIdx="6" presStyleCnt="7" custLinFactNeighborX="308" custLinFactNeighborY="-779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i Ux with solid fill"/>
        </a:ext>
      </dgm:extLst>
    </dgm:pt>
    <dgm:pt modelId="{0D31256E-9C4B-4177-BFA0-BAE02F0C5423}" type="pres">
      <dgm:prSet presAssocID="{B9CEF0B5-7E82-4515-934D-F2C4A2AB4422}" presName="spaceRect" presStyleCnt="0"/>
      <dgm:spPr/>
    </dgm:pt>
    <dgm:pt modelId="{0B2A3FE9-D159-40D5-A4A3-E9C391825D70}" type="pres">
      <dgm:prSet presAssocID="{B9CEF0B5-7E82-4515-934D-F2C4A2AB442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5F194A08-07B6-4064-9F20-802472B1B725}" type="presOf" srcId="{6E4B61F3-6AB2-4D5F-A5D4-DF61F9E534DD}" destId="{AF85BCD6-A907-44E9-ADD5-3B95D4A6E358}" srcOrd="0" destOrd="0" presId="urn:microsoft.com/office/officeart/2018/2/layout/IconVerticalSolidList"/>
    <dgm:cxn modelId="{72012A11-D1AB-4ED8-9D90-2B55E6838958}" srcId="{8A869B8B-93EF-4379-BFFD-BD45A469F6A0}" destId="{FBC0A9A6-3D20-439E-AE0A-1D73FF4B1246}" srcOrd="0" destOrd="0" parTransId="{97086960-56D9-4E51-9F82-0ECBA1D85942}" sibTransId="{6284D1E5-FAD4-4149-98EB-E2CDB59FD01B}"/>
    <dgm:cxn modelId="{B6CA7C2D-CB8F-491A-B703-BAF79BD5A37D}" type="presOf" srcId="{B9CEF0B5-7E82-4515-934D-F2C4A2AB4422}" destId="{0B2A3FE9-D159-40D5-A4A3-E9C391825D70}" srcOrd="0" destOrd="0" presId="urn:microsoft.com/office/officeart/2018/2/layout/IconVerticalSolidList"/>
    <dgm:cxn modelId="{38FB1F5D-9AAA-4D3E-BF80-641FAC6A5AEC}" srcId="{8A869B8B-93EF-4379-BFFD-BD45A469F6A0}" destId="{BE7F1E31-90B1-4593-A729-377551DA9B6A}" srcOrd="4" destOrd="0" parTransId="{479738DE-3F65-4873-AC89-9FE01B7C0E42}" sibTransId="{D298E5CD-8D72-4AD7-AFA8-497E61E3A10F}"/>
    <dgm:cxn modelId="{84132960-8595-4C6D-9EFD-A21381082AB3}" srcId="{8A869B8B-93EF-4379-BFFD-BD45A469F6A0}" destId="{B9CEF0B5-7E82-4515-934D-F2C4A2AB4422}" srcOrd="6" destOrd="0" parTransId="{EABDB8F0-A8FD-4EEE-9972-7DFDBAC47087}" sibTransId="{828AD3CA-F8FA-46F9-A795-E3E54ACE853D}"/>
    <dgm:cxn modelId="{08C72165-2EC4-4C65-A6EA-8E571F62FFD4}" type="presOf" srcId="{8A869B8B-93EF-4379-BFFD-BD45A469F6A0}" destId="{34848D1C-BCE0-4115-87C2-39D9BF1D6A67}" srcOrd="0" destOrd="0" presId="urn:microsoft.com/office/officeart/2018/2/layout/IconVerticalSolidList"/>
    <dgm:cxn modelId="{8D9C3972-6366-4323-915B-033EC4F2F2FD}" type="presOf" srcId="{BE7F1E31-90B1-4593-A729-377551DA9B6A}" destId="{B90A9A92-D681-4A93-8284-8332F1174C1E}" srcOrd="0" destOrd="0" presId="urn:microsoft.com/office/officeart/2018/2/layout/IconVerticalSolidList"/>
    <dgm:cxn modelId="{4705A8A3-86D3-4BF7-AF0A-11608C369B23}" srcId="{8A869B8B-93EF-4379-BFFD-BD45A469F6A0}" destId="{791562C4-165C-49EE-BD2F-486338A85621}" srcOrd="1" destOrd="0" parTransId="{AE14FD8D-BE63-436D-86AB-F6055EF0F957}" sibTransId="{5052C9AD-481E-4F17-874D-8A55C92B03A3}"/>
    <dgm:cxn modelId="{83FD31AD-2848-43E8-882B-1D9D5341E3D7}" srcId="{8A869B8B-93EF-4379-BFFD-BD45A469F6A0}" destId="{6E4B61F3-6AB2-4D5F-A5D4-DF61F9E534DD}" srcOrd="2" destOrd="0" parTransId="{618E3595-AFEE-4A65-97F5-84DFB4C2E553}" sibTransId="{21B6CCD9-A75E-4855-9509-36B4580371E3}"/>
    <dgm:cxn modelId="{7B1EDABB-4643-49C9-94F1-9268BBD75025}" type="presOf" srcId="{C6512661-E9E0-4257-91C0-043FA82B8922}" destId="{D7824E1A-4CA8-4839-A02C-7D9F2FB16F83}" srcOrd="0" destOrd="0" presId="urn:microsoft.com/office/officeart/2018/2/layout/IconVerticalSolidList"/>
    <dgm:cxn modelId="{C18F32BF-540A-48AF-8306-DE742491EE42}" type="presOf" srcId="{FBC0A9A6-3D20-439E-AE0A-1D73FF4B1246}" destId="{F15292B6-27D3-4EC1-BC71-6C880ADDF532}" srcOrd="0" destOrd="0" presId="urn:microsoft.com/office/officeart/2018/2/layout/IconVerticalSolidList"/>
    <dgm:cxn modelId="{8A1AE3C9-DC20-46DE-A659-D9A6EA77819B}" type="presOf" srcId="{791562C4-165C-49EE-BD2F-486338A85621}" destId="{F302FFF1-58B4-4FC8-A446-FB6494DA21AA}" srcOrd="0" destOrd="0" presId="urn:microsoft.com/office/officeart/2018/2/layout/IconVerticalSolidList"/>
    <dgm:cxn modelId="{91CAF3CE-8921-4696-9084-982831994AFE}" type="presOf" srcId="{1565126E-6BEE-476C-A27F-A905E7FAB642}" destId="{8C1DF7F9-5D96-44C7-8CD4-71AF1D0B37E4}" srcOrd="0" destOrd="0" presId="urn:microsoft.com/office/officeart/2018/2/layout/IconVerticalSolidList"/>
    <dgm:cxn modelId="{8D006AE0-C20E-4DD9-B199-9A60A713DBB9}" srcId="{8A869B8B-93EF-4379-BFFD-BD45A469F6A0}" destId="{C6512661-E9E0-4257-91C0-043FA82B8922}" srcOrd="5" destOrd="0" parTransId="{08862AC9-E447-424C-96A7-83CEA01A1009}" sibTransId="{8F50214D-2B69-4F37-843C-E2552489EBA4}"/>
    <dgm:cxn modelId="{4DF114FE-B98D-4F0D-B9BF-66B7AE346695}" srcId="{8A869B8B-93EF-4379-BFFD-BD45A469F6A0}" destId="{1565126E-6BEE-476C-A27F-A905E7FAB642}" srcOrd="3" destOrd="0" parTransId="{65832040-859D-4E0A-AB29-9CF4BE5AA74E}" sibTransId="{E05F6B23-5C0D-4D33-A16A-3D84394D9ECB}"/>
    <dgm:cxn modelId="{27EFE328-00DD-42EB-906A-E804705E023C}" type="presParOf" srcId="{34848D1C-BCE0-4115-87C2-39D9BF1D6A67}" destId="{4A465C21-323A-4A14-B617-1CB1A26F59AC}" srcOrd="0" destOrd="0" presId="urn:microsoft.com/office/officeart/2018/2/layout/IconVerticalSolidList"/>
    <dgm:cxn modelId="{D1ACD634-66E4-497F-B3DD-E963EE150D22}" type="presParOf" srcId="{4A465C21-323A-4A14-B617-1CB1A26F59AC}" destId="{E84B6A11-3426-465C-AD74-C37D5A51D617}" srcOrd="0" destOrd="0" presId="urn:microsoft.com/office/officeart/2018/2/layout/IconVerticalSolidList"/>
    <dgm:cxn modelId="{F48EDC35-CB24-425A-9C72-90A51E9F7E88}" type="presParOf" srcId="{4A465C21-323A-4A14-B617-1CB1A26F59AC}" destId="{7B777C27-87EB-4D74-8360-7271B9AABA7B}" srcOrd="1" destOrd="0" presId="urn:microsoft.com/office/officeart/2018/2/layout/IconVerticalSolidList"/>
    <dgm:cxn modelId="{93A2094F-4F6F-48E1-8D1C-DCDA88C0F029}" type="presParOf" srcId="{4A465C21-323A-4A14-B617-1CB1A26F59AC}" destId="{C7C18D7D-6F9B-45EE-878B-A85993BAB090}" srcOrd="2" destOrd="0" presId="urn:microsoft.com/office/officeart/2018/2/layout/IconVerticalSolidList"/>
    <dgm:cxn modelId="{FD3F3400-BF1A-4BEA-8BB4-8AC91D634533}" type="presParOf" srcId="{4A465C21-323A-4A14-B617-1CB1A26F59AC}" destId="{F15292B6-27D3-4EC1-BC71-6C880ADDF532}" srcOrd="3" destOrd="0" presId="urn:microsoft.com/office/officeart/2018/2/layout/IconVerticalSolidList"/>
    <dgm:cxn modelId="{216DEB7E-1E11-4967-A185-A26AAF20A72B}" type="presParOf" srcId="{34848D1C-BCE0-4115-87C2-39D9BF1D6A67}" destId="{BC690343-624C-464D-B226-85AD1F357124}" srcOrd="1" destOrd="0" presId="urn:microsoft.com/office/officeart/2018/2/layout/IconVerticalSolidList"/>
    <dgm:cxn modelId="{1B6A8882-4E90-426E-A3F7-7320FCF5131D}" type="presParOf" srcId="{34848D1C-BCE0-4115-87C2-39D9BF1D6A67}" destId="{137944AC-068C-4758-B4AE-0BEE35317E47}" srcOrd="2" destOrd="0" presId="urn:microsoft.com/office/officeart/2018/2/layout/IconVerticalSolidList"/>
    <dgm:cxn modelId="{4018A472-05A4-4273-9F3D-6B8A8A582629}" type="presParOf" srcId="{137944AC-068C-4758-B4AE-0BEE35317E47}" destId="{3D99D049-9E6B-4723-8B4A-DA10EBBF8767}" srcOrd="0" destOrd="0" presId="urn:microsoft.com/office/officeart/2018/2/layout/IconVerticalSolidList"/>
    <dgm:cxn modelId="{4E632F5B-7341-433C-B326-D9FEBBEB6B53}" type="presParOf" srcId="{137944AC-068C-4758-B4AE-0BEE35317E47}" destId="{CCADDA13-57B8-4246-98FB-714F0B7912F1}" srcOrd="1" destOrd="0" presId="urn:microsoft.com/office/officeart/2018/2/layout/IconVerticalSolidList"/>
    <dgm:cxn modelId="{59DF58D6-8FFF-4156-A63A-936545D1AC30}" type="presParOf" srcId="{137944AC-068C-4758-B4AE-0BEE35317E47}" destId="{617926F2-D8B3-486D-B6B4-BD6DFC41E01D}" srcOrd="2" destOrd="0" presId="urn:microsoft.com/office/officeart/2018/2/layout/IconVerticalSolidList"/>
    <dgm:cxn modelId="{EED5EBDB-06C6-475C-BA49-CBB8E67EC4BE}" type="presParOf" srcId="{137944AC-068C-4758-B4AE-0BEE35317E47}" destId="{F302FFF1-58B4-4FC8-A446-FB6494DA21AA}" srcOrd="3" destOrd="0" presId="urn:microsoft.com/office/officeart/2018/2/layout/IconVerticalSolidList"/>
    <dgm:cxn modelId="{E1439856-C62E-4959-BF8B-3FF5207E2F56}" type="presParOf" srcId="{34848D1C-BCE0-4115-87C2-39D9BF1D6A67}" destId="{6FB5045A-9C08-420E-9B46-CFE2354C9163}" srcOrd="3" destOrd="0" presId="urn:microsoft.com/office/officeart/2018/2/layout/IconVerticalSolidList"/>
    <dgm:cxn modelId="{6F0AE286-DB49-41CB-82FB-8DD616BB6CA3}" type="presParOf" srcId="{34848D1C-BCE0-4115-87C2-39D9BF1D6A67}" destId="{13B9F7FF-666A-4400-BBE8-7A7876EB03E4}" srcOrd="4" destOrd="0" presId="urn:microsoft.com/office/officeart/2018/2/layout/IconVerticalSolidList"/>
    <dgm:cxn modelId="{06961299-5143-47E4-830B-2B6C4B6DB76A}" type="presParOf" srcId="{13B9F7FF-666A-4400-BBE8-7A7876EB03E4}" destId="{8ED857D5-F47A-4ADD-BEB0-3E5558BF2457}" srcOrd="0" destOrd="0" presId="urn:microsoft.com/office/officeart/2018/2/layout/IconVerticalSolidList"/>
    <dgm:cxn modelId="{7194ABFB-8AEB-489F-8C5F-8E1BB6A23FC3}" type="presParOf" srcId="{13B9F7FF-666A-4400-BBE8-7A7876EB03E4}" destId="{058E5D31-A268-4F1C-A6E4-9A5DBF8087F4}" srcOrd="1" destOrd="0" presId="urn:microsoft.com/office/officeart/2018/2/layout/IconVerticalSolidList"/>
    <dgm:cxn modelId="{3BD1089B-D15A-483B-9624-C41452BDC461}" type="presParOf" srcId="{13B9F7FF-666A-4400-BBE8-7A7876EB03E4}" destId="{696CC1E8-49EF-45D0-9756-68983A59A330}" srcOrd="2" destOrd="0" presId="urn:microsoft.com/office/officeart/2018/2/layout/IconVerticalSolidList"/>
    <dgm:cxn modelId="{B8BA14F3-F5C4-48CE-B701-5F08A9C043AA}" type="presParOf" srcId="{13B9F7FF-666A-4400-BBE8-7A7876EB03E4}" destId="{AF85BCD6-A907-44E9-ADD5-3B95D4A6E358}" srcOrd="3" destOrd="0" presId="urn:microsoft.com/office/officeart/2018/2/layout/IconVerticalSolidList"/>
    <dgm:cxn modelId="{401B1542-0878-4B7C-961C-D3050FF3AA6E}" type="presParOf" srcId="{34848D1C-BCE0-4115-87C2-39D9BF1D6A67}" destId="{016B16B2-8382-4DE3-AC92-80ECC3873AF5}" srcOrd="5" destOrd="0" presId="urn:microsoft.com/office/officeart/2018/2/layout/IconVerticalSolidList"/>
    <dgm:cxn modelId="{03DAD29C-8AE7-4926-9460-B1708255CDE5}" type="presParOf" srcId="{34848D1C-BCE0-4115-87C2-39D9BF1D6A67}" destId="{E84AF8B7-79FD-439A-BD97-4455052377B2}" srcOrd="6" destOrd="0" presId="urn:microsoft.com/office/officeart/2018/2/layout/IconVerticalSolidList"/>
    <dgm:cxn modelId="{CBAE8744-923C-43BF-8C9E-19C6F107F3FF}" type="presParOf" srcId="{E84AF8B7-79FD-439A-BD97-4455052377B2}" destId="{16B62F4B-CA61-4700-82A5-5C65C96754BD}" srcOrd="0" destOrd="0" presId="urn:microsoft.com/office/officeart/2018/2/layout/IconVerticalSolidList"/>
    <dgm:cxn modelId="{CBE8E5CD-B59A-43A9-9F45-E714EFBB9B8B}" type="presParOf" srcId="{E84AF8B7-79FD-439A-BD97-4455052377B2}" destId="{6B3AE227-81E5-4C56-A419-4482D9E8D787}" srcOrd="1" destOrd="0" presId="urn:microsoft.com/office/officeart/2018/2/layout/IconVerticalSolidList"/>
    <dgm:cxn modelId="{DECE9B9F-426C-4E74-8A63-12EC5806A995}" type="presParOf" srcId="{E84AF8B7-79FD-439A-BD97-4455052377B2}" destId="{37214E6B-C21F-448D-8448-75DBA0A4C266}" srcOrd="2" destOrd="0" presId="urn:microsoft.com/office/officeart/2018/2/layout/IconVerticalSolidList"/>
    <dgm:cxn modelId="{728670BA-E359-4F13-9C13-3F7A60D14E10}" type="presParOf" srcId="{E84AF8B7-79FD-439A-BD97-4455052377B2}" destId="{8C1DF7F9-5D96-44C7-8CD4-71AF1D0B37E4}" srcOrd="3" destOrd="0" presId="urn:microsoft.com/office/officeart/2018/2/layout/IconVerticalSolidList"/>
    <dgm:cxn modelId="{9017F49E-A184-4337-8AA2-245EF426DBD3}" type="presParOf" srcId="{34848D1C-BCE0-4115-87C2-39D9BF1D6A67}" destId="{9BFECE57-65D1-4C04-BF82-17A16F317297}" srcOrd="7" destOrd="0" presId="urn:microsoft.com/office/officeart/2018/2/layout/IconVerticalSolidList"/>
    <dgm:cxn modelId="{7828A991-826B-4A1F-B446-EAF3009BB0F4}" type="presParOf" srcId="{34848D1C-BCE0-4115-87C2-39D9BF1D6A67}" destId="{E000F040-7329-442F-B15E-ECF5251232D8}" srcOrd="8" destOrd="0" presId="urn:microsoft.com/office/officeart/2018/2/layout/IconVerticalSolidList"/>
    <dgm:cxn modelId="{EAD4AF50-3DD0-4C04-B7A0-5DB858277131}" type="presParOf" srcId="{E000F040-7329-442F-B15E-ECF5251232D8}" destId="{092585EE-13E4-4530-94B5-BA2FFDEA6B81}" srcOrd="0" destOrd="0" presId="urn:microsoft.com/office/officeart/2018/2/layout/IconVerticalSolidList"/>
    <dgm:cxn modelId="{93CBBE59-071D-4A22-A8A0-D0C01AB60CF1}" type="presParOf" srcId="{E000F040-7329-442F-B15E-ECF5251232D8}" destId="{7DEE8EAA-7F95-43F3-9F6D-D7E416751D2E}" srcOrd="1" destOrd="0" presId="urn:microsoft.com/office/officeart/2018/2/layout/IconVerticalSolidList"/>
    <dgm:cxn modelId="{B2393069-E3DF-4854-8ED3-074DB620715E}" type="presParOf" srcId="{E000F040-7329-442F-B15E-ECF5251232D8}" destId="{1DF1E842-C786-4CE3-9AE8-F29906C40168}" srcOrd="2" destOrd="0" presId="urn:microsoft.com/office/officeart/2018/2/layout/IconVerticalSolidList"/>
    <dgm:cxn modelId="{5769E68A-2C91-48E2-9A66-168ABAF37E7A}" type="presParOf" srcId="{E000F040-7329-442F-B15E-ECF5251232D8}" destId="{B90A9A92-D681-4A93-8284-8332F1174C1E}" srcOrd="3" destOrd="0" presId="urn:microsoft.com/office/officeart/2018/2/layout/IconVerticalSolidList"/>
    <dgm:cxn modelId="{CA0B39B8-823D-44A4-9ED5-E91EA85BCAF8}" type="presParOf" srcId="{34848D1C-BCE0-4115-87C2-39D9BF1D6A67}" destId="{CE0B3364-1CC7-4CA6-B1E9-90F2E2ABFDD5}" srcOrd="9" destOrd="0" presId="urn:microsoft.com/office/officeart/2018/2/layout/IconVerticalSolidList"/>
    <dgm:cxn modelId="{82989147-4305-40D6-BB7C-2840B37ED6BA}" type="presParOf" srcId="{34848D1C-BCE0-4115-87C2-39D9BF1D6A67}" destId="{16ABF633-7DFB-4609-BBE9-A586730D6BA1}" srcOrd="10" destOrd="0" presId="urn:microsoft.com/office/officeart/2018/2/layout/IconVerticalSolidList"/>
    <dgm:cxn modelId="{57DDC151-FC01-4F1D-AF30-628BD2528443}" type="presParOf" srcId="{16ABF633-7DFB-4609-BBE9-A586730D6BA1}" destId="{4A6C5B2F-DC79-4C6E-9F1A-B4A613BC8296}" srcOrd="0" destOrd="0" presId="urn:microsoft.com/office/officeart/2018/2/layout/IconVerticalSolidList"/>
    <dgm:cxn modelId="{8A218940-6186-4785-BB52-297BF9FA67DE}" type="presParOf" srcId="{16ABF633-7DFB-4609-BBE9-A586730D6BA1}" destId="{97151A19-EF3F-4AA2-8A2C-33E7ED650298}" srcOrd="1" destOrd="0" presId="urn:microsoft.com/office/officeart/2018/2/layout/IconVerticalSolidList"/>
    <dgm:cxn modelId="{E0CBF35D-6D05-436B-9579-738DA74A527E}" type="presParOf" srcId="{16ABF633-7DFB-4609-BBE9-A586730D6BA1}" destId="{D7EC8D30-AAF9-4B80-9BAA-75FD7DEB3FB7}" srcOrd="2" destOrd="0" presId="urn:microsoft.com/office/officeart/2018/2/layout/IconVerticalSolidList"/>
    <dgm:cxn modelId="{2D881493-D299-48DA-B058-44720E876850}" type="presParOf" srcId="{16ABF633-7DFB-4609-BBE9-A586730D6BA1}" destId="{D7824E1A-4CA8-4839-A02C-7D9F2FB16F83}" srcOrd="3" destOrd="0" presId="urn:microsoft.com/office/officeart/2018/2/layout/IconVerticalSolidList"/>
    <dgm:cxn modelId="{BB240113-DA96-49DA-A96C-D81360C5D83C}" type="presParOf" srcId="{34848D1C-BCE0-4115-87C2-39D9BF1D6A67}" destId="{451048C0-29AB-469B-A79B-983AF9E79913}" srcOrd="11" destOrd="0" presId="urn:microsoft.com/office/officeart/2018/2/layout/IconVerticalSolidList"/>
    <dgm:cxn modelId="{91CE0DC3-9029-45F6-9C51-952732BBF672}" type="presParOf" srcId="{34848D1C-BCE0-4115-87C2-39D9BF1D6A67}" destId="{75621767-99C3-4C4E-BDE8-03CE45D77F16}" srcOrd="12" destOrd="0" presId="urn:microsoft.com/office/officeart/2018/2/layout/IconVerticalSolidList"/>
    <dgm:cxn modelId="{CA462126-4ACF-4E86-82F4-7B73C35D82B0}" type="presParOf" srcId="{75621767-99C3-4C4E-BDE8-03CE45D77F16}" destId="{D9F2CCA4-456B-4034-A609-8CEA9EEC8770}" srcOrd="0" destOrd="0" presId="urn:microsoft.com/office/officeart/2018/2/layout/IconVerticalSolidList"/>
    <dgm:cxn modelId="{351499B0-DF4A-428E-B49F-497D54BDDC3D}" type="presParOf" srcId="{75621767-99C3-4C4E-BDE8-03CE45D77F16}" destId="{CED9B1DA-5CEE-46AA-91F9-3E8C79745FB2}" srcOrd="1" destOrd="0" presId="urn:microsoft.com/office/officeart/2018/2/layout/IconVerticalSolidList"/>
    <dgm:cxn modelId="{23D001CE-6FD7-488E-B5AC-3994EFB57E32}" type="presParOf" srcId="{75621767-99C3-4C4E-BDE8-03CE45D77F16}" destId="{0D31256E-9C4B-4177-BFA0-BAE02F0C5423}" srcOrd="2" destOrd="0" presId="urn:microsoft.com/office/officeart/2018/2/layout/IconVerticalSolidList"/>
    <dgm:cxn modelId="{C26B1D57-6CEE-4D91-9AE2-84E91F147397}" type="presParOf" srcId="{75621767-99C3-4C4E-BDE8-03CE45D77F16}" destId="{0B2A3FE9-D159-40D5-A4A3-E9C391825D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2727B1-C9C3-4657-B97C-5A181A14E62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0F9242-525B-4D94-913F-073CEB6DC417}">
      <dgm:prSet/>
      <dgm:spPr/>
      <dgm:t>
        <a:bodyPr/>
        <a:lstStyle/>
        <a:p>
          <a:pPr algn="just"/>
          <a:r>
            <a:rPr lang="en-US" b="0" i="0" dirty="0"/>
            <a:t>YOLOv8-Pose detects </a:t>
          </a:r>
          <a:r>
            <a:rPr lang="en-US" b="1" i="0" dirty="0"/>
            <a:t>26 anatomical landmarks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AB408D-A668-4006-B086-E804F24F983D}" type="parTrans" cxnId="{B55E82D4-620E-4D4D-9BC9-C7E4DC8DE89D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552543-5701-4723-9A83-9183E2AF4C05}" type="sibTrans" cxnId="{B55E82D4-620E-4D4D-9BC9-C7E4DC8DE89D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809EF9-DFC5-4559-9D61-70FE60F4CF85}">
      <dgm:prSet/>
      <dgm:spPr/>
      <dgm:t>
        <a:bodyPr/>
        <a:lstStyle/>
        <a:p>
          <a:pPr algn="just"/>
          <a:r>
            <a:rPr lang="en-US" b="0" i="0" dirty="0"/>
            <a:t>Distances between </a:t>
          </a:r>
          <a:r>
            <a:rPr lang="en-US" b="0" i="0" dirty="0" err="1"/>
            <a:t>keypoints</a:t>
          </a:r>
          <a:r>
            <a:rPr lang="en-US" b="0" i="0" dirty="0"/>
            <a:t> are calculated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01839E-C577-4EAE-8E12-F4528DA19C35}" type="parTrans" cxnId="{04DE8989-E94A-4451-8F5C-3AF93877616D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FC4E94-8A25-4DD3-B3F3-AE2FD608DE4C}" type="sibTrans" cxnId="{04DE8989-E94A-4451-8F5C-3AF93877616D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985EC4-3F0F-41C1-B8D6-8892439ED4CC}">
      <dgm:prSet/>
      <dgm:spPr/>
      <dgm:t>
        <a:bodyPr/>
        <a:lstStyle/>
        <a:p>
          <a:pPr algn="l"/>
          <a:r>
            <a:rPr lang="en-US" b="0" i="0" dirty="0"/>
            <a:t>Key ratios computed: </a:t>
          </a:r>
          <a:r>
            <a:rPr lang="en-US" b="1" i="0" dirty="0"/>
            <a:t>OBL/WH, HG/WH, HL/WH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A742C8-3127-49DB-B857-7E19F01CECCB}" type="parTrans" cxnId="{63344466-15E4-4D7F-9669-1D7E868A9798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4B3024-4F22-4B57-B7B4-FAD947EA1846}" type="sibTrans" cxnId="{63344466-15E4-4D7F-9669-1D7E868A9798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943A52-44A7-4D78-92F0-F2B5105519B9}">
      <dgm:prSet/>
      <dgm:spPr/>
      <dgm:t>
        <a:bodyPr/>
        <a:lstStyle/>
        <a:p>
          <a:pPr algn="just"/>
          <a:r>
            <a:rPr lang="en-US" b="0" i="0" dirty="0"/>
            <a:t>Ratios are mapped to predefined scoring ranges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0F7142-13C3-4E2A-9227-5A32F14001BD}" type="parTrans" cxnId="{592E3D63-379A-42A4-A439-74584B051CD6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11337B-8D36-469D-80B3-F5964C81C6A3}" type="sibTrans" cxnId="{592E3D63-379A-42A4-A439-74584B051CD6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4A6F1B-AA16-4FFE-B21F-8EEFD2787516}">
      <dgm:prSet/>
      <dgm:spPr/>
      <dgm:t>
        <a:bodyPr/>
        <a:lstStyle/>
        <a:p>
          <a:pPr algn="just"/>
          <a:r>
            <a:rPr lang="en-US" b="0" i="0" dirty="0"/>
            <a:t>Final ATC score is generated and categorized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94C09B-1592-4173-8D1C-D62F07DC9C53}" type="parTrans" cxnId="{36D42ADD-15FA-46F5-8CBE-BDCB9B31C2CD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3A4667-02D4-41DD-B773-DA7492187691}" type="sibTrans" cxnId="{36D42ADD-15FA-46F5-8CBE-BDCB9B31C2CD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C1D405-85BA-4399-A447-CDEEE3392077}">
      <dgm:prSet/>
      <dgm:spPr/>
      <dgm:t>
        <a:bodyPr/>
        <a:lstStyle/>
        <a:p>
          <a:pPr algn="just"/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The ATC score is interpreted and suggestions are provided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971EF6-F6C2-4045-88AD-5B9D6FB0E168}" type="parTrans" cxnId="{CD571F12-2A1D-411B-924A-34BE24D0B59C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C6F155-0260-43FB-986D-DE4E46E26973}" type="sibTrans" cxnId="{CD571F12-2A1D-411B-924A-34BE24D0B59C}">
      <dgm:prSet/>
      <dgm:spPr/>
      <dgm:t>
        <a:bodyPr/>
        <a:lstStyle/>
        <a:p>
          <a:pPr algn="ju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9359FA-5724-4465-9868-66915DF2D7CA}" type="pres">
      <dgm:prSet presAssocID="{D42727B1-C9C3-4657-B97C-5A181A14E628}" presName="vert0" presStyleCnt="0">
        <dgm:presLayoutVars>
          <dgm:dir/>
          <dgm:animOne val="branch"/>
          <dgm:animLvl val="lvl"/>
        </dgm:presLayoutVars>
      </dgm:prSet>
      <dgm:spPr/>
    </dgm:pt>
    <dgm:pt modelId="{2DF7FD44-6448-4DC1-9248-5A7E1E28A96E}" type="pres">
      <dgm:prSet presAssocID="{530F9242-525B-4D94-913F-073CEB6DC417}" presName="thickLine" presStyleLbl="alignNode1" presStyleIdx="0" presStyleCnt="6"/>
      <dgm:spPr/>
    </dgm:pt>
    <dgm:pt modelId="{C14B7CC1-0A1B-48CD-B076-B1E66BD35775}" type="pres">
      <dgm:prSet presAssocID="{530F9242-525B-4D94-913F-073CEB6DC417}" presName="horz1" presStyleCnt="0"/>
      <dgm:spPr/>
    </dgm:pt>
    <dgm:pt modelId="{BF4818AB-77F9-4726-BB1B-AA85F54F25A7}" type="pres">
      <dgm:prSet presAssocID="{530F9242-525B-4D94-913F-073CEB6DC417}" presName="tx1" presStyleLbl="revTx" presStyleIdx="0" presStyleCnt="6"/>
      <dgm:spPr/>
    </dgm:pt>
    <dgm:pt modelId="{B5F003C7-80F7-425A-857C-159E70E69789}" type="pres">
      <dgm:prSet presAssocID="{530F9242-525B-4D94-913F-073CEB6DC417}" presName="vert1" presStyleCnt="0"/>
      <dgm:spPr/>
    </dgm:pt>
    <dgm:pt modelId="{EED846A2-80B0-434F-A139-4D9251A13F81}" type="pres">
      <dgm:prSet presAssocID="{9E809EF9-DFC5-4559-9D61-70FE60F4CF85}" presName="thickLine" presStyleLbl="alignNode1" presStyleIdx="1" presStyleCnt="6"/>
      <dgm:spPr/>
    </dgm:pt>
    <dgm:pt modelId="{888F99B2-74B6-4371-8A02-4769F632C4B5}" type="pres">
      <dgm:prSet presAssocID="{9E809EF9-DFC5-4559-9D61-70FE60F4CF85}" presName="horz1" presStyleCnt="0"/>
      <dgm:spPr/>
    </dgm:pt>
    <dgm:pt modelId="{520292AC-5C30-4803-8CA8-5F897859F1C5}" type="pres">
      <dgm:prSet presAssocID="{9E809EF9-DFC5-4559-9D61-70FE60F4CF85}" presName="tx1" presStyleLbl="revTx" presStyleIdx="1" presStyleCnt="6"/>
      <dgm:spPr/>
    </dgm:pt>
    <dgm:pt modelId="{0C2CBB52-9897-4BC7-B591-E6E61E7938BD}" type="pres">
      <dgm:prSet presAssocID="{9E809EF9-DFC5-4559-9D61-70FE60F4CF85}" presName="vert1" presStyleCnt="0"/>
      <dgm:spPr/>
    </dgm:pt>
    <dgm:pt modelId="{6C46BF59-40FE-4F54-A537-B6B356A1F8AB}" type="pres">
      <dgm:prSet presAssocID="{D1985EC4-3F0F-41C1-B8D6-8892439ED4CC}" presName="thickLine" presStyleLbl="alignNode1" presStyleIdx="2" presStyleCnt="6"/>
      <dgm:spPr/>
    </dgm:pt>
    <dgm:pt modelId="{5E07A526-EE98-44C8-91AF-E8B6C4EA9DE2}" type="pres">
      <dgm:prSet presAssocID="{D1985EC4-3F0F-41C1-B8D6-8892439ED4CC}" presName="horz1" presStyleCnt="0"/>
      <dgm:spPr/>
    </dgm:pt>
    <dgm:pt modelId="{CD8D3BAF-5FB7-44A8-8650-1CDDF67353AB}" type="pres">
      <dgm:prSet presAssocID="{D1985EC4-3F0F-41C1-B8D6-8892439ED4CC}" presName="tx1" presStyleLbl="revTx" presStyleIdx="2" presStyleCnt="6"/>
      <dgm:spPr/>
    </dgm:pt>
    <dgm:pt modelId="{ED0EFD0B-E264-4799-A6E4-4A8B499339DB}" type="pres">
      <dgm:prSet presAssocID="{D1985EC4-3F0F-41C1-B8D6-8892439ED4CC}" presName="vert1" presStyleCnt="0"/>
      <dgm:spPr/>
    </dgm:pt>
    <dgm:pt modelId="{501B6FE6-84E1-46D5-99F1-0A23F5744502}" type="pres">
      <dgm:prSet presAssocID="{60943A52-44A7-4D78-92F0-F2B5105519B9}" presName="thickLine" presStyleLbl="alignNode1" presStyleIdx="3" presStyleCnt="6"/>
      <dgm:spPr/>
    </dgm:pt>
    <dgm:pt modelId="{320C5742-035E-428B-BA8A-F0F8DF30B48B}" type="pres">
      <dgm:prSet presAssocID="{60943A52-44A7-4D78-92F0-F2B5105519B9}" presName="horz1" presStyleCnt="0"/>
      <dgm:spPr/>
    </dgm:pt>
    <dgm:pt modelId="{16C32C48-9697-41B5-99FA-6F446FA62EE9}" type="pres">
      <dgm:prSet presAssocID="{60943A52-44A7-4D78-92F0-F2B5105519B9}" presName="tx1" presStyleLbl="revTx" presStyleIdx="3" presStyleCnt="6"/>
      <dgm:spPr/>
    </dgm:pt>
    <dgm:pt modelId="{FE2D588D-D7F7-4579-A08C-404D382EF34A}" type="pres">
      <dgm:prSet presAssocID="{60943A52-44A7-4D78-92F0-F2B5105519B9}" presName="vert1" presStyleCnt="0"/>
      <dgm:spPr/>
    </dgm:pt>
    <dgm:pt modelId="{2F4D1E5C-A682-4A67-8BE3-EED774EC3585}" type="pres">
      <dgm:prSet presAssocID="{EA4A6F1B-AA16-4FFE-B21F-8EEFD2787516}" presName="thickLine" presStyleLbl="alignNode1" presStyleIdx="4" presStyleCnt="6"/>
      <dgm:spPr/>
    </dgm:pt>
    <dgm:pt modelId="{5992071A-22C5-4936-9C8A-4C2748660C94}" type="pres">
      <dgm:prSet presAssocID="{EA4A6F1B-AA16-4FFE-B21F-8EEFD2787516}" presName="horz1" presStyleCnt="0"/>
      <dgm:spPr/>
    </dgm:pt>
    <dgm:pt modelId="{2B18B669-317D-49EE-961E-A0D8ED4AD36F}" type="pres">
      <dgm:prSet presAssocID="{EA4A6F1B-AA16-4FFE-B21F-8EEFD2787516}" presName="tx1" presStyleLbl="revTx" presStyleIdx="4" presStyleCnt="6"/>
      <dgm:spPr/>
    </dgm:pt>
    <dgm:pt modelId="{9176DB20-6848-4E59-87FF-87A380E84198}" type="pres">
      <dgm:prSet presAssocID="{EA4A6F1B-AA16-4FFE-B21F-8EEFD2787516}" presName="vert1" presStyleCnt="0"/>
      <dgm:spPr/>
    </dgm:pt>
    <dgm:pt modelId="{4A5299A2-4A91-424A-AFD2-D9D4B508789F}" type="pres">
      <dgm:prSet presAssocID="{5CC1D405-85BA-4399-A447-CDEEE3392077}" presName="thickLine" presStyleLbl="alignNode1" presStyleIdx="5" presStyleCnt="6"/>
      <dgm:spPr/>
    </dgm:pt>
    <dgm:pt modelId="{250C1CE1-9E60-40F5-AE20-3A12ACC47250}" type="pres">
      <dgm:prSet presAssocID="{5CC1D405-85BA-4399-A447-CDEEE3392077}" presName="horz1" presStyleCnt="0"/>
      <dgm:spPr/>
    </dgm:pt>
    <dgm:pt modelId="{FA37E1E4-D21A-4F99-9C8F-0F3D106DC88A}" type="pres">
      <dgm:prSet presAssocID="{5CC1D405-85BA-4399-A447-CDEEE3392077}" presName="tx1" presStyleLbl="revTx" presStyleIdx="5" presStyleCnt="6"/>
      <dgm:spPr/>
    </dgm:pt>
    <dgm:pt modelId="{00F85169-22F4-43B3-BE13-38CAA8EC7BCE}" type="pres">
      <dgm:prSet presAssocID="{5CC1D405-85BA-4399-A447-CDEEE3392077}" presName="vert1" presStyleCnt="0"/>
      <dgm:spPr/>
    </dgm:pt>
  </dgm:ptLst>
  <dgm:cxnLst>
    <dgm:cxn modelId="{CD571F12-2A1D-411B-924A-34BE24D0B59C}" srcId="{D42727B1-C9C3-4657-B97C-5A181A14E628}" destId="{5CC1D405-85BA-4399-A447-CDEEE3392077}" srcOrd="5" destOrd="0" parTransId="{A6971EF6-F6C2-4045-88AD-5B9D6FB0E168}" sibTransId="{73C6F155-0260-43FB-986D-DE4E46E26973}"/>
    <dgm:cxn modelId="{5B991120-AC48-4998-B594-3ABBA63483CF}" type="presOf" srcId="{5CC1D405-85BA-4399-A447-CDEEE3392077}" destId="{FA37E1E4-D21A-4F99-9C8F-0F3D106DC88A}" srcOrd="0" destOrd="0" presId="urn:microsoft.com/office/officeart/2008/layout/LinedList"/>
    <dgm:cxn modelId="{13696640-40AB-49D0-900F-64047DB53B41}" type="presOf" srcId="{EA4A6F1B-AA16-4FFE-B21F-8EEFD2787516}" destId="{2B18B669-317D-49EE-961E-A0D8ED4AD36F}" srcOrd="0" destOrd="0" presId="urn:microsoft.com/office/officeart/2008/layout/LinedList"/>
    <dgm:cxn modelId="{592E3D63-379A-42A4-A439-74584B051CD6}" srcId="{D42727B1-C9C3-4657-B97C-5A181A14E628}" destId="{60943A52-44A7-4D78-92F0-F2B5105519B9}" srcOrd="3" destOrd="0" parTransId="{B00F7142-13C3-4E2A-9227-5A32F14001BD}" sibTransId="{D111337B-8D36-469D-80B3-F5964C81C6A3}"/>
    <dgm:cxn modelId="{63344466-15E4-4D7F-9669-1D7E868A9798}" srcId="{D42727B1-C9C3-4657-B97C-5A181A14E628}" destId="{D1985EC4-3F0F-41C1-B8D6-8892439ED4CC}" srcOrd="2" destOrd="0" parTransId="{33A742C8-3127-49DB-B857-7E19F01CECCB}" sibTransId="{0B4B3024-4F22-4B57-B7B4-FAD947EA1846}"/>
    <dgm:cxn modelId="{19C54C72-FC39-4F2E-8531-0454795662D2}" type="presOf" srcId="{60943A52-44A7-4D78-92F0-F2B5105519B9}" destId="{16C32C48-9697-41B5-99FA-6F446FA62EE9}" srcOrd="0" destOrd="0" presId="urn:microsoft.com/office/officeart/2008/layout/LinedList"/>
    <dgm:cxn modelId="{04DE8989-E94A-4451-8F5C-3AF93877616D}" srcId="{D42727B1-C9C3-4657-B97C-5A181A14E628}" destId="{9E809EF9-DFC5-4559-9D61-70FE60F4CF85}" srcOrd="1" destOrd="0" parTransId="{F101839E-C577-4EAE-8E12-F4528DA19C35}" sibTransId="{38FC4E94-8A25-4DD3-B3F3-AE2FD608DE4C}"/>
    <dgm:cxn modelId="{2758189F-AD06-40F6-9866-4E46B5DCF489}" type="presOf" srcId="{D1985EC4-3F0F-41C1-B8D6-8892439ED4CC}" destId="{CD8D3BAF-5FB7-44A8-8650-1CDDF67353AB}" srcOrd="0" destOrd="0" presId="urn:microsoft.com/office/officeart/2008/layout/LinedList"/>
    <dgm:cxn modelId="{42FFC5A2-F594-4CDE-A600-02C50A310924}" type="presOf" srcId="{D42727B1-C9C3-4657-B97C-5A181A14E628}" destId="{839359FA-5724-4465-9868-66915DF2D7CA}" srcOrd="0" destOrd="0" presId="urn:microsoft.com/office/officeart/2008/layout/LinedList"/>
    <dgm:cxn modelId="{B1CCBEB6-7175-4D2E-AFEC-D197F53C27FC}" type="presOf" srcId="{530F9242-525B-4D94-913F-073CEB6DC417}" destId="{BF4818AB-77F9-4726-BB1B-AA85F54F25A7}" srcOrd="0" destOrd="0" presId="urn:microsoft.com/office/officeart/2008/layout/LinedList"/>
    <dgm:cxn modelId="{B55E82D4-620E-4D4D-9BC9-C7E4DC8DE89D}" srcId="{D42727B1-C9C3-4657-B97C-5A181A14E628}" destId="{530F9242-525B-4D94-913F-073CEB6DC417}" srcOrd="0" destOrd="0" parTransId="{6AAB408D-A668-4006-B086-E804F24F983D}" sibTransId="{20552543-5701-4723-9A83-9183E2AF4C05}"/>
    <dgm:cxn modelId="{36D42ADD-15FA-46F5-8CBE-BDCB9B31C2CD}" srcId="{D42727B1-C9C3-4657-B97C-5A181A14E628}" destId="{EA4A6F1B-AA16-4FFE-B21F-8EEFD2787516}" srcOrd="4" destOrd="0" parTransId="{3994C09B-1592-4173-8D1C-D62F07DC9C53}" sibTransId="{703A4667-02D4-41DD-B773-DA7492187691}"/>
    <dgm:cxn modelId="{F045A3F9-C49C-4F9B-93B0-95B24ADDF690}" type="presOf" srcId="{9E809EF9-DFC5-4559-9D61-70FE60F4CF85}" destId="{520292AC-5C30-4803-8CA8-5F897859F1C5}" srcOrd="0" destOrd="0" presId="urn:microsoft.com/office/officeart/2008/layout/LinedList"/>
    <dgm:cxn modelId="{52CA3714-509B-4A94-902E-8375DA9D797D}" type="presParOf" srcId="{839359FA-5724-4465-9868-66915DF2D7CA}" destId="{2DF7FD44-6448-4DC1-9248-5A7E1E28A96E}" srcOrd="0" destOrd="0" presId="urn:microsoft.com/office/officeart/2008/layout/LinedList"/>
    <dgm:cxn modelId="{E6805DD3-FD03-475A-8104-C05DBCB72117}" type="presParOf" srcId="{839359FA-5724-4465-9868-66915DF2D7CA}" destId="{C14B7CC1-0A1B-48CD-B076-B1E66BD35775}" srcOrd="1" destOrd="0" presId="urn:microsoft.com/office/officeart/2008/layout/LinedList"/>
    <dgm:cxn modelId="{B69DFEB8-39C3-4352-8764-2D5AAF9AA31E}" type="presParOf" srcId="{C14B7CC1-0A1B-48CD-B076-B1E66BD35775}" destId="{BF4818AB-77F9-4726-BB1B-AA85F54F25A7}" srcOrd="0" destOrd="0" presId="urn:microsoft.com/office/officeart/2008/layout/LinedList"/>
    <dgm:cxn modelId="{A4ED1DC1-18B2-4BAE-9CDE-B29AB438390C}" type="presParOf" srcId="{C14B7CC1-0A1B-48CD-B076-B1E66BD35775}" destId="{B5F003C7-80F7-425A-857C-159E70E69789}" srcOrd="1" destOrd="0" presId="urn:microsoft.com/office/officeart/2008/layout/LinedList"/>
    <dgm:cxn modelId="{DE7104FE-98B4-49A0-98CA-60DBEDF0C3C5}" type="presParOf" srcId="{839359FA-5724-4465-9868-66915DF2D7CA}" destId="{EED846A2-80B0-434F-A139-4D9251A13F81}" srcOrd="2" destOrd="0" presId="urn:microsoft.com/office/officeart/2008/layout/LinedList"/>
    <dgm:cxn modelId="{608000E3-4857-4391-AA56-8867B436EF82}" type="presParOf" srcId="{839359FA-5724-4465-9868-66915DF2D7CA}" destId="{888F99B2-74B6-4371-8A02-4769F632C4B5}" srcOrd="3" destOrd="0" presId="urn:microsoft.com/office/officeart/2008/layout/LinedList"/>
    <dgm:cxn modelId="{B2417447-2B0F-4BE9-9779-9A37CFECA173}" type="presParOf" srcId="{888F99B2-74B6-4371-8A02-4769F632C4B5}" destId="{520292AC-5C30-4803-8CA8-5F897859F1C5}" srcOrd="0" destOrd="0" presId="urn:microsoft.com/office/officeart/2008/layout/LinedList"/>
    <dgm:cxn modelId="{4F16C862-BFC0-4FAD-814B-39122932EC14}" type="presParOf" srcId="{888F99B2-74B6-4371-8A02-4769F632C4B5}" destId="{0C2CBB52-9897-4BC7-B591-E6E61E7938BD}" srcOrd="1" destOrd="0" presId="urn:microsoft.com/office/officeart/2008/layout/LinedList"/>
    <dgm:cxn modelId="{B0029B5B-4C32-47C7-BF39-0E27FA5C8B98}" type="presParOf" srcId="{839359FA-5724-4465-9868-66915DF2D7CA}" destId="{6C46BF59-40FE-4F54-A537-B6B356A1F8AB}" srcOrd="4" destOrd="0" presId="urn:microsoft.com/office/officeart/2008/layout/LinedList"/>
    <dgm:cxn modelId="{5A0C459D-B4A7-479A-8F78-DE1EDD623FBC}" type="presParOf" srcId="{839359FA-5724-4465-9868-66915DF2D7CA}" destId="{5E07A526-EE98-44C8-91AF-E8B6C4EA9DE2}" srcOrd="5" destOrd="0" presId="urn:microsoft.com/office/officeart/2008/layout/LinedList"/>
    <dgm:cxn modelId="{EFC4B909-EDCB-4095-A050-CD05544805B3}" type="presParOf" srcId="{5E07A526-EE98-44C8-91AF-E8B6C4EA9DE2}" destId="{CD8D3BAF-5FB7-44A8-8650-1CDDF67353AB}" srcOrd="0" destOrd="0" presId="urn:microsoft.com/office/officeart/2008/layout/LinedList"/>
    <dgm:cxn modelId="{DA12EC32-276A-4DCB-BC6C-3EB1B592F88A}" type="presParOf" srcId="{5E07A526-EE98-44C8-91AF-E8B6C4EA9DE2}" destId="{ED0EFD0B-E264-4799-A6E4-4A8B499339DB}" srcOrd="1" destOrd="0" presId="urn:microsoft.com/office/officeart/2008/layout/LinedList"/>
    <dgm:cxn modelId="{7CA535BA-499E-441F-BBEB-44B37A5CE34D}" type="presParOf" srcId="{839359FA-5724-4465-9868-66915DF2D7CA}" destId="{501B6FE6-84E1-46D5-99F1-0A23F5744502}" srcOrd="6" destOrd="0" presId="urn:microsoft.com/office/officeart/2008/layout/LinedList"/>
    <dgm:cxn modelId="{2DA8DEE8-6ED3-492C-B423-959114A8F473}" type="presParOf" srcId="{839359FA-5724-4465-9868-66915DF2D7CA}" destId="{320C5742-035E-428B-BA8A-F0F8DF30B48B}" srcOrd="7" destOrd="0" presId="urn:microsoft.com/office/officeart/2008/layout/LinedList"/>
    <dgm:cxn modelId="{6CEE1C47-BB2E-4CAE-A8D4-6E9BC44BAEF8}" type="presParOf" srcId="{320C5742-035E-428B-BA8A-F0F8DF30B48B}" destId="{16C32C48-9697-41B5-99FA-6F446FA62EE9}" srcOrd="0" destOrd="0" presId="urn:microsoft.com/office/officeart/2008/layout/LinedList"/>
    <dgm:cxn modelId="{2C1605F1-E1A2-4E96-9056-BD4394C6D4FE}" type="presParOf" srcId="{320C5742-035E-428B-BA8A-F0F8DF30B48B}" destId="{FE2D588D-D7F7-4579-A08C-404D382EF34A}" srcOrd="1" destOrd="0" presId="urn:microsoft.com/office/officeart/2008/layout/LinedList"/>
    <dgm:cxn modelId="{AFDBA110-1251-40B3-8EF4-883AA37BC341}" type="presParOf" srcId="{839359FA-5724-4465-9868-66915DF2D7CA}" destId="{2F4D1E5C-A682-4A67-8BE3-EED774EC3585}" srcOrd="8" destOrd="0" presId="urn:microsoft.com/office/officeart/2008/layout/LinedList"/>
    <dgm:cxn modelId="{BBD0D6A3-195E-4709-AE3F-22BBE6D09D2F}" type="presParOf" srcId="{839359FA-5724-4465-9868-66915DF2D7CA}" destId="{5992071A-22C5-4936-9C8A-4C2748660C94}" srcOrd="9" destOrd="0" presId="urn:microsoft.com/office/officeart/2008/layout/LinedList"/>
    <dgm:cxn modelId="{4FED14A8-6F67-40C3-8694-24E9AE0A1E45}" type="presParOf" srcId="{5992071A-22C5-4936-9C8A-4C2748660C94}" destId="{2B18B669-317D-49EE-961E-A0D8ED4AD36F}" srcOrd="0" destOrd="0" presId="urn:microsoft.com/office/officeart/2008/layout/LinedList"/>
    <dgm:cxn modelId="{FE73D506-F683-40DA-AFEC-A4F3DBE83778}" type="presParOf" srcId="{5992071A-22C5-4936-9C8A-4C2748660C94}" destId="{9176DB20-6848-4E59-87FF-87A380E84198}" srcOrd="1" destOrd="0" presId="urn:microsoft.com/office/officeart/2008/layout/LinedList"/>
    <dgm:cxn modelId="{F1F1BF3F-FF38-4793-911C-51264142BD1B}" type="presParOf" srcId="{839359FA-5724-4465-9868-66915DF2D7CA}" destId="{4A5299A2-4A91-424A-AFD2-D9D4B508789F}" srcOrd="10" destOrd="0" presId="urn:microsoft.com/office/officeart/2008/layout/LinedList"/>
    <dgm:cxn modelId="{6A100CCE-011B-4022-A9F8-DD504EF9A8EC}" type="presParOf" srcId="{839359FA-5724-4465-9868-66915DF2D7CA}" destId="{250C1CE1-9E60-40F5-AE20-3A12ACC47250}" srcOrd="11" destOrd="0" presId="urn:microsoft.com/office/officeart/2008/layout/LinedList"/>
    <dgm:cxn modelId="{E05861F5-C6DD-4DAF-B54F-91CBB2CB7E90}" type="presParOf" srcId="{250C1CE1-9E60-40F5-AE20-3A12ACC47250}" destId="{FA37E1E4-D21A-4F99-9C8F-0F3D106DC88A}" srcOrd="0" destOrd="0" presId="urn:microsoft.com/office/officeart/2008/layout/LinedList"/>
    <dgm:cxn modelId="{B372F1D2-FEB0-44B5-9DAE-B3C71E3F122B}" type="presParOf" srcId="{250C1CE1-9E60-40F5-AE20-3A12ACC47250}" destId="{00F85169-22F4-43B3-BE13-38CAA8EC7B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9E6440-ED16-489F-ABE2-FA4349AD749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5823A0-2C68-40C4-BE04-6D35090D1C1B}">
      <dgm:prSet custT="1"/>
      <dgm:spPr/>
      <dgm:t>
        <a:bodyPr lIns="108000"/>
        <a:lstStyle/>
        <a:p>
          <a:pPr>
            <a:lnSpc>
              <a:spcPct val="100000"/>
            </a:lnSpc>
          </a:pPr>
          <a:r>
            <a:rPr lang="en-US" sz="1400" b="0" i="0" dirty="0"/>
            <a:t>The system generates an </a:t>
          </a:r>
          <a:r>
            <a:rPr lang="en-US" sz="1400" b="1" i="0" dirty="0"/>
            <a:t>ATC score (0–1)</a:t>
          </a:r>
          <a:r>
            <a:rPr lang="en-US" sz="1400" b="0" i="0" dirty="0"/>
            <a:t> for each cattle image </a:t>
          </a:r>
        </a:p>
        <a:p>
          <a:pPr>
            <a:lnSpc>
              <a:spcPct val="100000"/>
            </a:lnSpc>
          </a:pPr>
          <a:r>
            <a:rPr lang="en-US" sz="1400" b="0" i="0" dirty="0" err="1"/>
            <a:t>Eg</a:t>
          </a:r>
          <a:r>
            <a:rPr lang="en-US" sz="1400" b="0" i="0" dirty="0" err="1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.</a:t>
          </a:r>
          <a:r>
            <a:rPr lang="en-US" sz="1400" b="0" i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 : </a:t>
          </a:r>
          <a:r>
            <a:rPr lang="en-US" sz="1400" b="1" i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ATC Score: 0.53 (GOOD</a:t>
          </a:r>
          <a:r>
            <a:rPr lang="en-US" sz="1400" b="1" i="0" dirty="0"/>
            <a:t>)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18A14-EA84-453A-B06C-FF094BA8E37E}" type="parTrans" cxnId="{00177D82-1B1E-40D6-B106-FD1F20643927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B91B17-44A4-4DDC-8FAE-F3BE0A0CE15E}" type="sibTrans" cxnId="{00177D82-1B1E-40D6-B106-FD1F20643927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D88B93-B27D-4D1B-80F8-893F1257D359}">
      <dgm:prSet custT="1"/>
      <dgm:spPr/>
      <dgm:t>
        <a:bodyPr lIns="108000"/>
        <a:lstStyle/>
        <a:p>
          <a:pPr>
            <a:lnSpc>
              <a:spcPct val="100000"/>
            </a:lnSpc>
          </a:pPr>
          <a:r>
            <a:rPr lang="en-US" sz="1600" b="0" i="0" dirty="0"/>
            <a:t>The score is mapped to categories:</a:t>
          </a:r>
        </a:p>
        <a:p>
          <a:pPr>
            <a:lnSpc>
              <a:spcPct val="100000"/>
            </a:lnSpc>
          </a:pPr>
          <a:r>
            <a:rPr lang="en-US" sz="1600" b="0" i="0" dirty="0"/>
            <a:t>Poor / Average / Good / Excellent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2ED8F3-BBCB-45F3-8382-2DA6C6C28F58}" type="parTrans" cxnId="{E3069F86-3BE7-4E2B-8D8A-6E8CCADB29D9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6C4375-B0A4-493B-88D0-35A050177741}" type="sibTrans" cxnId="{E3069F86-3BE7-4E2B-8D8A-6E8CCADB29D9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6FDEA4-E231-4636-84F2-1985A35C03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also provides </a:t>
          </a: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recommendations and </a:t>
          </a:r>
          <a:r>
            <a:rPr lang="en-US" sz="14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suggestions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</a:p>
      </dgm:t>
    </dgm:pt>
    <dgm:pt modelId="{198037A8-1286-4CAD-822B-8CB97D7BEA07}" type="parTrans" cxnId="{BA3A91A0-8582-454A-811E-859FBBECA791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59463E-55AB-4AF6-BCB4-333674A74801}" type="sibTrans" cxnId="{BA3A91A0-8582-454A-811E-859FBBECA791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33E75C-B9B8-40D1-8283-11015A4510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The output is displayed through a </a:t>
          </a:r>
          <a:r>
            <a:rPr lang="en-US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Gradio</a:t>
          </a: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interface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, making it easy for users to upload images and view results instantly</a:t>
          </a:r>
        </a:p>
      </dgm:t>
    </dgm:pt>
    <dgm:pt modelId="{415ADC87-0BDA-479A-8A98-F420BFE3992D}" type="parTrans" cxnId="{54F8EDC4-91B9-47D1-A962-3F65947D2D03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540F13-6B26-4F87-A8AF-AB65513354F7}" type="sibTrans" cxnId="{54F8EDC4-91B9-47D1-A962-3F65947D2D03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5AB271-451C-40D1-8BF0-F63398ED7DC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performs </a:t>
          </a: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fast inference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, enabling near real-time evaluation in practical scenarios</a:t>
          </a:r>
        </a:p>
      </dgm:t>
    </dgm:pt>
    <dgm:pt modelId="{A50408B2-ADDE-4D74-8D01-4A8EFE37E50B}" type="parTrans" cxnId="{92F038E4-5006-470C-9C1E-3E95D7E430A2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6500C5-0F4B-4ECC-BC98-8481AEB1D75A}" type="sibTrans" cxnId="{92F038E4-5006-470C-9C1E-3E95D7E430A2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C16A1B-D4F4-4331-92A6-B776EE757112}" type="pres">
      <dgm:prSet presAssocID="{579E6440-ED16-489F-ABE2-FA4349AD749F}" presName="root" presStyleCnt="0">
        <dgm:presLayoutVars>
          <dgm:dir/>
          <dgm:resizeHandles val="exact"/>
        </dgm:presLayoutVars>
      </dgm:prSet>
      <dgm:spPr/>
    </dgm:pt>
    <dgm:pt modelId="{65D00653-F3CF-4696-AC10-18555D49EA54}" type="pres">
      <dgm:prSet presAssocID="{579E6440-ED16-489F-ABE2-FA4349AD749F}" presName="container" presStyleCnt="0">
        <dgm:presLayoutVars>
          <dgm:dir/>
          <dgm:resizeHandles val="exact"/>
        </dgm:presLayoutVars>
      </dgm:prSet>
      <dgm:spPr/>
    </dgm:pt>
    <dgm:pt modelId="{9333F58D-56A0-4E0F-9059-29D270F3C6F9}" type="pres">
      <dgm:prSet presAssocID="{F85823A0-2C68-40C4-BE04-6D35090D1C1B}" presName="compNode" presStyleCnt="0"/>
      <dgm:spPr/>
    </dgm:pt>
    <dgm:pt modelId="{3800023D-9CB2-46F5-A8D2-CFE40BD7DC1F}" type="pres">
      <dgm:prSet presAssocID="{F85823A0-2C68-40C4-BE04-6D35090D1C1B}" presName="iconBgRect" presStyleLbl="bgShp" presStyleIdx="0" presStyleCnt="5"/>
      <dgm:spPr/>
    </dgm:pt>
    <dgm:pt modelId="{3C8E2AD8-28BC-4323-9E34-DB2463021D8B}" type="pres">
      <dgm:prSet presAssocID="{F85823A0-2C68-40C4-BE04-6D35090D1C1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w"/>
        </a:ext>
      </dgm:extLst>
    </dgm:pt>
    <dgm:pt modelId="{57EAEEF1-136C-49F0-B32C-6829818D6F97}" type="pres">
      <dgm:prSet presAssocID="{F85823A0-2C68-40C4-BE04-6D35090D1C1B}" presName="spaceRect" presStyleCnt="0"/>
      <dgm:spPr/>
    </dgm:pt>
    <dgm:pt modelId="{D6FFA5A6-5FAF-4EA3-8456-E1F14937EF25}" type="pres">
      <dgm:prSet presAssocID="{F85823A0-2C68-40C4-BE04-6D35090D1C1B}" presName="textRect" presStyleLbl="revTx" presStyleIdx="0" presStyleCnt="5" custScaleX="111459">
        <dgm:presLayoutVars>
          <dgm:chMax val="1"/>
          <dgm:chPref val="1"/>
        </dgm:presLayoutVars>
      </dgm:prSet>
      <dgm:spPr/>
    </dgm:pt>
    <dgm:pt modelId="{3FBDE400-97C9-4D9D-B19C-FD073E748AF5}" type="pres">
      <dgm:prSet presAssocID="{62B91B17-44A4-4DDC-8FAE-F3BE0A0CE15E}" presName="sibTrans" presStyleLbl="sibTrans2D1" presStyleIdx="0" presStyleCnt="0"/>
      <dgm:spPr/>
    </dgm:pt>
    <dgm:pt modelId="{2C97E3D0-CAA7-4441-A811-E662F60D1478}" type="pres">
      <dgm:prSet presAssocID="{97D88B93-B27D-4D1B-80F8-893F1257D359}" presName="compNode" presStyleCnt="0"/>
      <dgm:spPr/>
    </dgm:pt>
    <dgm:pt modelId="{7A82F1A9-A4AE-40D1-9BD2-7F2912EC96D7}" type="pres">
      <dgm:prSet presAssocID="{97D88B93-B27D-4D1B-80F8-893F1257D359}" presName="iconBgRect" presStyleLbl="bgShp" presStyleIdx="1" presStyleCnt="5"/>
      <dgm:spPr/>
    </dgm:pt>
    <dgm:pt modelId="{E8ECA905-7EA7-406A-B66D-1D0E36787B27}" type="pres">
      <dgm:prSet presAssocID="{97D88B93-B27D-4D1B-80F8-893F1257D35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81F33CD5-BCC9-4866-BEA1-D0138898B5D4}" type="pres">
      <dgm:prSet presAssocID="{97D88B93-B27D-4D1B-80F8-893F1257D359}" presName="spaceRect" presStyleCnt="0"/>
      <dgm:spPr/>
    </dgm:pt>
    <dgm:pt modelId="{8A7ECEA7-27F4-45F0-998B-7726C936CE12}" type="pres">
      <dgm:prSet presAssocID="{97D88B93-B27D-4D1B-80F8-893F1257D359}" presName="textRect" presStyleLbl="revTx" presStyleIdx="1" presStyleCnt="5" custScaleX="111459">
        <dgm:presLayoutVars>
          <dgm:chMax val="1"/>
          <dgm:chPref val="1"/>
        </dgm:presLayoutVars>
      </dgm:prSet>
      <dgm:spPr/>
    </dgm:pt>
    <dgm:pt modelId="{B4C90784-634A-45C9-8833-AA3BA00EAF10}" type="pres">
      <dgm:prSet presAssocID="{656C4375-B0A4-493B-88D0-35A050177741}" presName="sibTrans" presStyleLbl="sibTrans2D1" presStyleIdx="0" presStyleCnt="0"/>
      <dgm:spPr/>
    </dgm:pt>
    <dgm:pt modelId="{C41B6166-E668-4024-81AE-9663C2FC2A1B}" type="pres">
      <dgm:prSet presAssocID="{F96FDEA4-E231-4636-84F2-1985A35C036B}" presName="compNode" presStyleCnt="0"/>
      <dgm:spPr/>
    </dgm:pt>
    <dgm:pt modelId="{C000717A-C900-40AA-9558-35A9AA072FE5}" type="pres">
      <dgm:prSet presAssocID="{F96FDEA4-E231-4636-84F2-1985A35C036B}" presName="iconBgRect" presStyleLbl="bgShp" presStyleIdx="2" presStyleCnt="5"/>
      <dgm:spPr/>
    </dgm:pt>
    <dgm:pt modelId="{5E61D087-6EBC-4C5D-ACB4-9941C8CC44EC}" type="pres">
      <dgm:prSet presAssocID="{F96FDEA4-E231-4636-84F2-1985A35C036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63FFD7A-CE03-461B-887F-C0F7335C69F6}" type="pres">
      <dgm:prSet presAssocID="{F96FDEA4-E231-4636-84F2-1985A35C036B}" presName="spaceRect" presStyleCnt="0"/>
      <dgm:spPr/>
    </dgm:pt>
    <dgm:pt modelId="{52B0E54E-1975-404E-9FDD-9B1F998723C5}" type="pres">
      <dgm:prSet presAssocID="{F96FDEA4-E231-4636-84F2-1985A35C036B}" presName="textRect" presStyleLbl="revTx" presStyleIdx="2" presStyleCnt="5">
        <dgm:presLayoutVars>
          <dgm:chMax val="1"/>
          <dgm:chPref val="1"/>
        </dgm:presLayoutVars>
      </dgm:prSet>
      <dgm:spPr/>
    </dgm:pt>
    <dgm:pt modelId="{B8236F84-CEDD-481A-BD32-082B11FE7904}" type="pres">
      <dgm:prSet presAssocID="{E959463E-55AB-4AF6-BCB4-333674A74801}" presName="sibTrans" presStyleLbl="sibTrans2D1" presStyleIdx="0" presStyleCnt="0"/>
      <dgm:spPr/>
    </dgm:pt>
    <dgm:pt modelId="{E290F00B-D687-436A-83B9-E29487836F65}" type="pres">
      <dgm:prSet presAssocID="{5333E75C-B9B8-40D1-8283-11015A451099}" presName="compNode" presStyleCnt="0"/>
      <dgm:spPr/>
    </dgm:pt>
    <dgm:pt modelId="{A796CB19-5FC2-437A-9F08-1ECA6E18DDAB}" type="pres">
      <dgm:prSet presAssocID="{5333E75C-B9B8-40D1-8283-11015A451099}" presName="iconBgRect" presStyleLbl="bgShp" presStyleIdx="3" presStyleCnt="5"/>
      <dgm:spPr/>
    </dgm:pt>
    <dgm:pt modelId="{B53AC908-E40C-4DC0-8948-9542C38DAACE}" type="pres">
      <dgm:prSet presAssocID="{5333E75C-B9B8-40D1-8283-11015A45109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69E1547F-7FF1-4FA1-AD3D-391D8272AF53}" type="pres">
      <dgm:prSet presAssocID="{5333E75C-B9B8-40D1-8283-11015A451099}" presName="spaceRect" presStyleCnt="0"/>
      <dgm:spPr/>
    </dgm:pt>
    <dgm:pt modelId="{92432D83-EB61-4E70-8CFF-5EE0CE835CA3}" type="pres">
      <dgm:prSet presAssocID="{5333E75C-B9B8-40D1-8283-11015A451099}" presName="textRect" presStyleLbl="revTx" presStyleIdx="3" presStyleCnt="5">
        <dgm:presLayoutVars>
          <dgm:chMax val="1"/>
          <dgm:chPref val="1"/>
        </dgm:presLayoutVars>
      </dgm:prSet>
      <dgm:spPr/>
    </dgm:pt>
    <dgm:pt modelId="{17E345A0-4DD6-40BE-987B-CC699403B3D2}" type="pres">
      <dgm:prSet presAssocID="{69540F13-6B26-4F87-A8AF-AB65513354F7}" presName="sibTrans" presStyleLbl="sibTrans2D1" presStyleIdx="0" presStyleCnt="0"/>
      <dgm:spPr/>
    </dgm:pt>
    <dgm:pt modelId="{7DB3559D-54AB-40E2-AAC7-D304156E42E4}" type="pres">
      <dgm:prSet presAssocID="{525AB271-451C-40D1-8BF0-F63398ED7DCD}" presName="compNode" presStyleCnt="0"/>
      <dgm:spPr/>
    </dgm:pt>
    <dgm:pt modelId="{8DA3BC91-6613-4F00-96D8-DDB2BB68A347}" type="pres">
      <dgm:prSet presAssocID="{525AB271-451C-40D1-8BF0-F63398ED7DCD}" presName="iconBgRect" presStyleLbl="bgShp" presStyleIdx="4" presStyleCnt="5"/>
      <dgm:spPr/>
    </dgm:pt>
    <dgm:pt modelId="{0D049910-C54A-4073-9293-4454E616DA91}" type="pres">
      <dgm:prSet presAssocID="{525AB271-451C-40D1-8BF0-F63398ED7DC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D2D51A7-0E1B-4E0E-9A97-2AE2260110F0}" type="pres">
      <dgm:prSet presAssocID="{525AB271-451C-40D1-8BF0-F63398ED7DCD}" presName="spaceRect" presStyleCnt="0"/>
      <dgm:spPr/>
    </dgm:pt>
    <dgm:pt modelId="{E0BF5147-9693-4665-AF45-FC29420DEA24}" type="pres">
      <dgm:prSet presAssocID="{525AB271-451C-40D1-8BF0-F63398ED7DC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C3E1F1A-2132-480B-BFCF-865B2540BC2D}" type="presOf" srcId="{F85823A0-2C68-40C4-BE04-6D35090D1C1B}" destId="{D6FFA5A6-5FAF-4EA3-8456-E1F14937EF25}" srcOrd="0" destOrd="0" presId="urn:microsoft.com/office/officeart/2018/2/layout/IconCircleList"/>
    <dgm:cxn modelId="{E714392A-2060-4556-85D0-169D4F557001}" type="presOf" srcId="{62B91B17-44A4-4DDC-8FAE-F3BE0A0CE15E}" destId="{3FBDE400-97C9-4D9D-B19C-FD073E748AF5}" srcOrd="0" destOrd="0" presId="urn:microsoft.com/office/officeart/2018/2/layout/IconCircleList"/>
    <dgm:cxn modelId="{05058968-08D3-407E-A0DB-916F06AB6C6F}" type="presOf" srcId="{525AB271-451C-40D1-8BF0-F63398ED7DCD}" destId="{E0BF5147-9693-4665-AF45-FC29420DEA24}" srcOrd="0" destOrd="0" presId="urn:microsoft.com/office/officeart/2018/2/layout/IconCircleList"/>
    <dgm:cxn modelId="{9A7C7E57-3201-42F2-8AAE-0B26DE437974}" type="presOf" srcId="{69540F13-6B26-4F87-A8AF-AB65513354F7}" destId="{17E345A0-4DD6-40BE-987B-CC699403B3D2}" srcOrd="0" destOrd="0" presId="urn:microsoft.com/office/officeart/2018/2/layout/IconCircleList"/>
    <dgm:cxn modelId="{23FDB97E-E919-4055-AABE-23018B064021}" type="presOf" srcId="{97D88B93-B27D-4D1B-80F8-893F1257D359}" destId="{8A7ECEA7-27F4-45F0-998B-7726C936CE12}" srcOrd="0" destOrd="0" presId="urn:microsoft.com/office/officeart/2018/2/layout/IconCircleList"/>
    <dgm:cxn modelId="{00177D82-1B1E-40D6-B106-FD1F20643927}" srcId="{579E6440-ED16-489F-ABE2-FA4349AD749F}" destId="{F85823A0-2C68-40C4-BE04-6D35090D1C1B}" srcOrd="0" destOrd="0" parTransId="{2BF18A14-EA84-453A-B06C-FF094BA8E37E}" sibTransId="{62B91B17-44A4-4DDC-8FAE-F3BE0A0CE15E}"/>
    <dgm:cxn modelId="{E3069F86-3BE7-4E2B-8D8A-6E8CCADB29D9}" srcId="{579E6440-ED16-489F-ABE2-FA4349AD749F}" destId="{97D88B93-B27D-4D1B-80F8-893F1257D359}" srcOrd="1" destOrd="0" parTransId="{AF2ED8F3-BBCB-45F3-8382-2DA6C6C28F58}" sibTransId="{656C4375-B0A4-493B-88D0-35A050177741}"/>
    <dgm:cxn modelId="{315C4991-4C69-4D24-9364-EDDAFAD2E74E}" type="presOf" srcId="{5333E75C-B9B8-40D1-8283-11015A451099}" destId="{92432D83-EB61-4E70-8CFF-5EE0CE835CA3}" srcOrd="0" destOrd="0" presId="urn:microsoft.com/office/officeart/2018/2/layout/IconCircleList"/>
    <dgm:cxn modelId="{BA3A91A0-8582-454A-811E-859FBBECA791}" srcId="{579E6440-ED16-489F-ABE2-FA4349AD749F}" destId="{F96FDEA4-E231-4636-84F2-1985A35C036B}" srcOrd="2" destOrd="0" parTransId="{198037A8-1286-4CAD-822B-8CB97D7BEA07}" sibTransId="{E959463E-55AB-4AF6-BCB4-333674A74801}"/>
    <dgm:cxn modelId="{E27DBEAA-8F02-4F59-AD3A-EAEF14467573}" type="presOf" srcId="{656C4375-B0A4-493B-88D0-35A050177741}" destId="{B4C90784-634A-45C9-8833-AA3BA00EAF10}" srcOrd="0" destOrd="0" presId="urn:microsoft.com/office/officeart/2018/2/layout/IconCircleList"/>
    <dgm:cxn modelId="{54F8EDC4-91B9-47D1-A962-3F65947D2D03}" srcId="{579E6440-ED16-489F-ABE2-FA4349AD749F}" destId="{5333E75C-B9B8-40D1-8283-11015A451099}" srcOrd="3" destOrd="0" parTransId="{415ADC87-0BDA-479A-8A98-F420BFE3992D}" sibTransId="{69540F13-6B26-4F87-A8AF-AB65513354F7}"/>
    <dgm:cxn modelId="{1440D9C7-A571-4325-8778-26BD666BCAA9}" type="presOf" srcId="{E959463E-55AB-4AF6-BCB4-333674A74801}" destId="{B8236F84-CEDD-481A-BD32-082B11FE7904}" srcOrd="0" destOrd="0" presId="urn:microsoft.com/office/officeart/2018/2/layout/IconCircleList"/>
    <dgm:cxn modelId="{92F038E4-5006-470C-9C1E-3E95D7E430A2}" srcId="{579E6440-ED16-489F-ABE2-FA4349AD749F}" destId="{525AB271-451C-40D1-8BF0-F63398ED7DCD}" srcOrd="4" destOrd="0" parTransId="{A50408B2-ADDE-4D74-8D01-4A8EFE37E50B}" sibTransId="{B76500C5-0F4B-4ECC-BC98-8481AEB1D75A}"/>
    <dgm:cxn modelId="{929473F2-AC0E-4491-978C-9D61E3741EA6}" type="presOf" srcId="{F96FDEA4-E231-4636-84F2-1985A35C036B}" destId="{52B0E54E-1975-404E-9FDD-9B1F998723C5}" srcOrd="0" destOrd="0" presId="urn:microsoft.com/office/officeart/2018/2/layout/IconCircleList"/>
    <dgm:cxn modelId="{13CC9DFA-55ED-4041-89CF-EED42D172F9F}" type="presOf" srcId="{579E6440-ED16-489F-ABE2-FA4349AD749F}" destId="{04C16A1B-D4F4-4331-92A6-B776EE757112}" srcOrd="0" destOrd="0" presId="urn:microsoft.com/office/officeart/2018/2/layout/IconCircleList"/>
    <dgm:cxn modelId="{EBA20127-A2C9-40D7-B3E8-5ED596AD2082}" type="presParOf" srcId="{04C16A1B-D4F4-4331-92A6-B776EE757112}" destId="{65D00653-F3CF-4696-AC10-18555D49EA54}" srcOrd="0" destOrd="0" presId="urn:microsoft.com/office/officeart/2018/2/layout/IconCircleList"/>
    <dgm:cxn modelId="{2F82469A-C43F-4490-9AB7-3CDA93648250}" type="presParOf" srcId="{65D00653-F3CF-4696-AC10-18555D49EA54}" destId="{9333F58D-56A0-4E0F-9059-29D270F3C6F9}" srcOrd="0" destOrd="0" presId="urn:microsoft.com/office/officeart/2018/2/layout/IconCircleList"/>
    <dgm:cxn modelId="{605B0B2E-4AEB-473E-8067-A4DFD987E3AC}" type="presParOf" srcId="{9333F58D-56A0-4E0F-9059-29D270F3C6F9}" destId="{3800023D-9CB2-46F5-A8D2-CFE40BD7DC1F}" srcOrd="0" destOrd="0" presId="urn:microsoft.com/office/officeart/2018/2/layout/IconCircleList"/>
    <dgm:cxn modelId="{39AD0146-4154-4420-B629-6528FFB3A2F8}" type="presParOf" srcId="{9333F58D-56A0-4E0F-9059-29D270F3C6F9}" destId="{3C8E2AD8-28BC-4323-9E34-DB2463021D8B}" srcOrd="1" destOrd="0" presId="urn:microsoft.com/office/officeart/2018/2/layout/IconCircleList"/>
    <dgm:cxn modelId="{B6A52F2D-B774-4876-B644-3E4D070C2B89}" type="presParOf" srcId="{9333F58D-56A0-4E0F-9059-29D270F3C6F9}" destId="{57EAEEF1-136C-49F0-B32C-6829818D6F97}" srcOrd="2" destOrd="0" presId="urn:microsoft.com/office/officeart/2018/2/layout/IconCircleList"/>
    <dgm:cxn modelId="{76759E90-A042-468A-9AB2-7D9CA89979DA}" type="presParOf" srcId="{9333F58D-56A0-4E0F-9059-29D270F3C6F9}" destId="{D6FFA5A6-5FAF-4EA3-8456-E1F14937EF25}" srcOrd="3" destOrd="0" presId="urn:microsoft.com/office/officeart/2018/2/layout/IconCircleList"/>
    <dgm:cxn modelId="{D2357148-D2B2-4E16-96E7-81586DD20030}" type="presParOf" srcId="{65D00653-F3CF-4696-AC10-18555D49EA54}" destId="{3FBDE400-97C9-4D9D-B19C-FD073E748AF5}" srcOrd="1" destOrd="0" presId="urn:microsoft.com/office/officeart/2018/2/layout/IconCircleList"/>
    <dgm:cxn modelId="{237A080B-D933-4D83-9EE0-D079E6E6A52E}" type="presParOf" srcId="{65D00653-F3CF-4696-AC10-18555D49EA54}" destId="{2C97E3D0-CAA7-4441-A811-E662F60D1478}" srcOrd="2" destOrd="0" presId="urn:microsoft.com/office/officeart/2018/2/layout/IconCircleList"/>
    <dgm:cxn modelId="{2189BE02-3E43-4074-AB37-865D698717CF}" type="presParOf" srcId="{2C97E3D0-CAA7-4441-A811-E662F60D1478}" destId="{7A82F1A9-A4AE-40D1-9BD2-7F2912EC96D7}" srcOrd="0" destOrd="0" presId="urn:microsoft.com/office/officeart/2018/2/layout/IconCircleList"/>
    <dgm:cxn modelId="{4A374628-F260-4F0E-9CDF-A492A7D03656}" type="presParOf" srcId="{2C97E3D0-CAA7-4441-A811-E662F60D1478}" destId="{E8ECA905-7EA7-406A-B66D-1D0E36787B27}" srcOrd="1" destOrd="0" presId="urn:microsoft.com/office/officeart/2018/2/layout/IconCircleList"/>
    <dgm:cxn modelId="{F3079EE9-6D22-4A57-9464-5C2E71B718A0}" type="presParOf" srcId="{2C97E3D0-CAA7-4441-A811-E662F60D1478}" destId="{81F33CD5-BCC9-4866-BEA1-D0138898B5D4}" srcOrd="2" destOrd="0" presId="urn:microsoft.com/office/officeart/2018/2/layout/IconCircleList"/>
    <dgm:cxn modelId="{DBD82D47-8114-416D-952D-E19679E25009}" type="presParOf" srcId="{2C97E3D0-CAA7-4441-A811-E662F60D1478}" destId="{8A7ECEA7-27F4-45F0-998B-7726C936CE12}" srcOrd="3" destOrd="0" presId="urn:microsoft.com/office/officeart/2018/2/layout/IconCircleList"/>
    <dgm:cxn modelId="{B5A1918D-CB11-481D-9DFF-E16BC86AFA89}" type="presParOf" srcId="{65D00653-F3CF-4696-AC10-18555D49EA54}" destId="{B4C90784-634A-45C9-8833-AA3BA00EAF10}" srcOrd="3" destOrd="0" presId="urn:microsoft.com/office/officeart/2018/2/layout/IconCircleList"/>
    <dgm:cxn modelId="{8E7703BC-F6D9-43CF-B708-8830677E6EDC}" type="presParOf" srcId="{65D00653-F3CF-4696-AC10-18555D49EA54}" destId="{C41B6166-E668-4024-81AE-9663C2FC2A1B}" srcOrd="4" destOrd="0" presId="urn:microsoft.com/office/officeart/2018/2/layout/IconCircleList"/>
    <dgm:cxn modelId="{71C93DB6-FA40-4760-BC07-75405843D419}" type="presParOf" srcId="{C41B6166-E668-4024-81AE-9663C2FC2A1B}" destId="{C000717A-C900-40AA-9558-35A9AA072FE5}" srcOrd="0" destOrd="0" presId="urn:microsoft.com/office/officeart/2018/2/layout/IconCircleList"/>
    <dgm:cxn modelId="{F9C851CE-43A6-4BEF-8387-26B2C803C902}" type="presParOf" srcId="{C41B6166-E668-4024-81AE-9663C2FC2A1B}" destId="{5E61D087-6EBC-4C5D-ACB4-9941C8CC44EC}" srcOrd="1" destOrd="0" presId="urn:microsoft.com/office/officeart/2018/2/layout/IconCircleList"/>
    <dgm:cxn modelId="{099781F2-A354-4674-AB1D-640DEBC4C301}" type="presParOf" srcId="{C41B6166-E668-4024-81AE-9663C2FC2A1B}" destId="{C63FFD7A-CE03-461B-887F-C0F7335C69F6}" srcOrd="2" destOrd="0" presId="urn:microsoft.com/office/officeart/2018/2/layout/IconCircleList"/>
    <dgm:cxn modelId="{A00DA80D-4297-4BCA-B4D2-5F346B2536B9}" type="presParOf" srcId="{C41B6166-E668-4024-81AE-9663C2FC2A1B}" destId="{52B0E54E-1975-404E-9FDD-9B1F998723C5}" srcOrd="3" destOrd="0" presId="urn:microsoft.com/office/officeart/2018/2/layout/IconCircleList"/>
    <dgm:cxn modelId="{81C7901B-A039-4AF0-9A9D-41257D28724A}" type="presParOf" srcId="{65D00653-F3CF-4696-AC10-18555D49EA54}" destId="{B8236F84-CEDD-481A-BD32-082B11FE7904}" srcOrd="5" destOrd="0" presId="urn:microsoft.com/office/officeart/2018/2/layout/IconCircleList"/>
    <dgm:cxn modelId="{38127F29-3D9B-4712-9297-0348C7864DCC}" type="presParOf" srcId="{65D00653-F3CF-4696-AC10-18555D49EA54}" destId="{E290F00B-D687-436A-83B9-E29487836F65}" srcOrd="6" destOrd="0" presId="urn:microsoft.com/office/officeart/2018/2/layout/IconCircleList"/>
    <dgm:cxn modelId="{B033106A-38D0-44E3-B6FF-96F776044BDF}" type="presParOf" srcId="{E290F00B-D687-436A-83B9-E29487836F65}" destId="{A796CB19-5FC2-437A-9F08-1ECA6E18DDAB}" srcOrd="0" destOrd="0" presId="urn:microsoft.com/office/officeart/2018/2/layout/IconCircleList"/>
    <dgm:cxn modelId="{16B7B9A3-CC36-46D4-942B-AE92D298C70F}" type="presParOf" srcId="{E290F00B-D687-436A-83B9-E29487836F65}" destId="{B53AC908-E40C-4DC0-8948-9542C38DAACE}" srcOrd="1" destOrd="0" presId="urn:microsoft.com/office/officeart/2018/2/layout/IconCircleList"/>
    <dgm:cxn modelId="{11634751-F7D6-441E-A0A9-D75454E75411}" type="presParOf" srcId="{E290F00B-D687-436A-83B9-E29487836F65}" destId="{69E1547F-7FF1-4FA1-AD3D-391D8272AF53}" srcOrd="2" destOrd="0" presId="urn:microsoft.com/office/officeart/2018/2/layout/IconCircleList"/>
    <dgm:cxn modelId="{FDE2FB95-51E5-42CE-A2A2-11EC4B7F72A0}" type="presParOf" srcId="{E290F00B-D687-436A-83B9-E29487836F65}" destId="{92432D83-EB61-4E70-8CFF-5EE0CE835CA3}" srcOrd="3" destOrd="0" presId="urn:microsoft.com/office/officeart/2018/2/layout/IconCircleList"/>
    <dgm:cxn modelId="{C5D1FB4B-8F2D-44B7-87BF-85667C3044C2}" type="presParOf" srcId="{65D00653-F3CF-4696-AC10-18555D49EA54}" destId="{17E345A0-4DD6-40BE-987B-CC699403B3D2}" srcOrd="7" destOrd="0" presId="urn:microsoft.com/office/officeart/2018/2/layout/IconCircleList"/>
    <dgm:cxn modelId="{6295E13C-9B09-4A49-84A3-C9E42808AC61}" type="presParOf" srcId="{65D00653-F3CF-4696-AC10-18555D49EA54}" destId="{7DB3559D-54AB-40E2-AAC7-D304156E42E4}" srcOrd="8" destOrd="0" presId="urn:microsoft.com/office/officeart/2018/2/layout/IconCircleList"/>
    <dgm:cxn modelId="{5C174382-B6F6-47CF-BC25-06EC3E4BAC2D}" type="presParOf" srcId="{7DB3559D-54AB-40E2-AAC7-D304156E42E4}" destId="{8DA3BC91-6613-4F00-96D8-DDB2BB68A347}" srcOrd="0" destOrd="0" presId="urn:microsoft.com/office/officeart/2018/2/layout/IconCircleList"/>
    <dgm:cxn modelId="{E6DE266B-2778-4D67-B6A0-9D255DB55FF0}" type="presParOf" srcId="{7DB3559D-54AB-40E2-AAC7-D304156E42E4}" destId="{0D049910-C54A-4073-9293-4454E616DA91}" srcOrd="1" destOrd="0" presId="urn:microsoft.com/office/officeart/2018/2/layout/IconCircleList"/>
    <dgm:cxn modelId="{BDF17819-CE14-47E7-A2BF-D6946A6AD0AC}" type="presParOf" srcId="{7DB3559D-54AB-40E2-AAC7-D304156E42E4}" destId="{2D2D51A7-0E1B-4E0E-9A97-2AE2260110F0}" srcOrd="2" destOrd="0" presId="urn:microsoft.com/office/officeart/2018/2/layout/IconCircleList"/>
    <dgm:cxn modelId="{C423CE5E-FEB5-4F4F-BFB8-D45FD03BBA60}" type="presParOf" srcId="{7DB3559D-54AB-40E2-AAC7-D304156E42E4}" destId="{E0BF5147-9693-4665-AF45-FC29420DEA2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07CBBE-235D-402C-9E59-B521997C27B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878B1F-D9B0-4158-A458-47D2BE36D9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Multi-view or 3D analysis</a:t>
          </a:r>
          <a:br>
            <a:rPr lang="en-US"/>
          </a:br>
          <a:r>
            <a:rPr lang="en-US"/>
            <a:t>Integrating multiple camera views or depth information to improve accuracy of structural measurements</a:t>
          </a:r>
        </a:p>
      </dgm:t>
    </dgm:pt>
    <dgm:pt modelId="{6E163575-52CC-42C3-BD5D-49A0C4B8368C}" type="parTrans" cxnId="{DC760501-2630-441E-A225-E469942C07BB}">
      <dgm:prSet/>
      <dgm:spPr/>
      <dgm:t>
        <a:bodyPr/>
        <a:lstStyle/>
        <a:p>
          <a:endParaRPr lang="en-US"/>
        </a:p>
      </dgm:t>
    </dgm:pt>
    <dgm:pt modelId="{45137E04-BFFF-4022-BB2D-7202046CC8DB}" type="sibTrans" cxnId="{DC760501-2630-441E-A225-E469942C07BB}">
      <dgm:prSet/>
      <dgm:spPr/>
      <dgm:t>
        <a:bodyPr/>
        <a:lstStyle/>
        <a:p>
          <a:endParaRPr lang="en-US"/>
        </a:p>
      </dgm:t>
    </dgm:pt>
    <dgm:pt modelId="{66F824C8-82AD-4224-B7BB-0D0C15C0DC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Larger and more diverse dataset</a:t>
          </a:r>
          <a:br>
            <a:rPr lang="en-US"/>
          </a:br>
          <a:r>
            <a:rPr lang="en-US"/>
            <a:t>Expanding the dataset with different cattle breeds, ages, and farm conditions to improve model generalization</a:t>
          </a:r>
        </a:p>
      </dgm:t>
    </dgm:pt>
    <dgm:pt modelId="{ED88F901-84B7-4BB1-B470-9B082A785C59}" type="parTrans" cxnId="{2891F00F-8235-4D4E-95E0-468EA6F86439}">
      <dgm:prSet/>
      <dgm:spPr/>
      <dgm:t>
        <a:bodyPr/>
        <a:lstStyle/>
        <a:p>
          <a:endParaRPr lang="en-US"/>
        </a:p>
      </dgm:t>
    </dgm:pt>
    <dgm:pt modelId="{1CB206E9-1B46-4E8B-A3D8-D2741EC0653B}" type="sibTrans" cxnId="{2891F00F-8235-4D4E-95E0-468EA6F86439}">
      <dgm:prSet/>
      <dgm:spPr/>
      <dgm:t>
        <a:bodyPr/>
        <a:lstStyle/>
        <a:p>
          <a:endParaRPr lang="en-US"/>
        </a:p>
      </dgm:t>
    </dgm:pt>
    <dgm:pt modelId="{ECDBD4BB-C39F-41E4-9AAB-759577E5E1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Mobile application development</a:t>
          </a:r>
          <a:br>
            <a:rPr lang="en-US"/>
          </a:br>
          <a:r>
            <a:rPr lang="en-US"/>
            <a:t>Developing a mobile-based interface for easy use by farmers in real-time field conditions</a:t>
          </a:r>
        </a:p>
      </dgm:t>
    </dgm:pt>
    <dgm:pt modelId="{B52ADECF-CE77-4171-B192-11B2A0A81EB0}" type="parTrans" cxnId="{36E959BC-D85A-4A9C-B975-47CE71E203EE}">
      <dgm:prSet/>
      <dgm:spPr/>
      <dgm:t>
        <a:bodyPr/>
        <a:lstStyle/>
        <a:p>
          <a:endParaRPr lang="en-US"/>
        </a:p>
      </dgm:t>
    </dgm:pt>
    <dgm:pt modelId="{FC8B45C7-1A8E-4C93-8C0B-1DB08A9EBCA3}" type="sibTrans" cxnId="{36E959BC-D85A-4A9C-B975-47CE71E203EE}">
      <dgm:prSet/>
      <dgm:spPr/>
      <dgm:t>
        <a:bodyPr/>
        <a:lstStyle/>
        <a:p>
          <a:endParaRPr lang="en-US"/>
        </a:p>
      </dgm:t>
    </dgm:pt>
    <dgm:pt modelId="{C295AD97-B5C3-4304-81A3-EC98A5BE9F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Expert-based ATC calibration</a:t>
          </a:r>
          <a:br>
            <a:rPr lang="en-US"/>
          </a:br>
          <a:r>
            <a:rPr lang="en-US"/>
            <a:t>Aligning the scoring system with expert evaluations to improve reliability and practical acceptance</a:t>
          </a:r>
        </a:p>
      </dgm:t>
    </dgm:pt>
    <dgm:pt modelId="{A7415648-C430-4D3D-ADB4-B601A2E2A68D}" type="parTrans" cxnId="{79742D61-E265-4BB1-9C4E-0D2C41F5ECB3}">
      <dgm:prSet/>
      <dgm:spPr/>
      <dgm:t>
        <a:bodyPr/>
        <a:lstStyle/>
        <a:p>
          <a:endParaRPr lang="en-US"/>
        </a:p>
      </dgm:t>
    </dgm:pt>
    <dgm:pt modelId="{9ED804AB-7635-478F-852D-9526FCC49102}" type="sibTrans" cxnId="{79742D61-E265-4BB1-9C4E-0D2C41F5ECB3}">
      <dgm:prSet/>
      <dgm:spPr/>
      <dgm:t>
        <a:bodyPr/>
        <a:lstStyle/>
        <a:p>
          <a:endParaRPr lang="en-US"/>
        </a:p>
      </dgm:t>
    </dgm:pt>
    <dgm:pt modelId="{A7BEB6B3-D3BE-4589-A487-9787371F9EBB}" type="pres">
      <dgm:prSet presAssocID="{DE07CBBE-235D-402C-9E59-B521997C27B3}" presName="root" presStyleCnt="0">
        <dgm:presLayoutVars>
          <dgm:dir/>
          <dgm:resizeHandles val="exact"/>
        </dgm:presLayoutVars>
      </dgm:prSet>
      <dgm:spPr/>
    </dgm:pt>
    <dgm:pt modelId="{1E93CA88-F2BC-4CFF-B2F5-6C94A688147C}" type="pres">
      <dgm:prSet presAssocID="{9B878B1F-D9B0-4158-A458-47D2BE36D987}" presName="compNode" presStyleCnt="0"/>
      <dgm:spPr/>
    </dgm:pt>
    <dgm:pt modelId="{CD5D5492-A1A6-4928-80F1-34856FDAAC63}" type="pres">
      <dgm:prSet presAssocID="{9B878B1F-D9B0-4158-A458-47D2BE36D987}" presName="bgRect" presStyleLbl="bgShp" presStyleIdx="0" presStyleCnt="4"/>
      <dgm:spPr/>
    </dgm:pt>
    <dgm:pt modelId="{3E732452-6C78-47DE-B061-E959A1F9F663}" type="pres">
      <dgm:prSet presAssocID="{9B878B1F-D9B0-4158-A458-47D2BE36D98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2C136B9C-086F-4943-BA6F-CC7FC998DCA0}" type="pres">
      <dgm:prSet presAssocID="{9B878B1F-D9B0-4158-A458-47D2BE36D987}" presName="spaceRect" presStyleCnt="0"/>
      <dgm:spPr/>
    </dgm:pt>
    <dgm:pt modelId="{3043B7A5-2ECA-4538-B5B2-FEB3B301591B}" type="pres">
      <dgm:prSet presAssocID="{9B878B1F-D9B0-4158-A458-47D2BE36D987}" presName="parTx" presStyleLbl="revTx" presStyleIdx="0" presStyleCnt="4">
        <dgm:presLayoutVars>
          <dgm:chMax val="0"/>
          <dgm:chPref val="0"/>
        </dgm:presLayoutVars>
      </dgm:prSet>
      <dgm:spPr/>
    </dgm:pt>
    <dgm:pt modelId="{659D323A-5A26-4C49-9142-6B233ED39E9D}" type="pres">
      <dgm:prSet presAssocID="{45137E04-BFFF-4022-BB2D-7202046CC8DB}" presName="sibTrans" presStyleCnt="0"/>
      <dgm:spPr/>
    </dgm:pt>
    <dgm:pt modelId="{2DC95608-BA88-4061-AE96-7E70B1936D22}" type="pres">
      <dgm:prSet presAssocID="{66F824C8-82AD-4224-B7BB-0D0C15C0DC13}" presName="compNode" presStyleCnt="0"/>
      <dgm:spPr/>
    </dgm:pt>
    <dgm:pt modelId="{F53D9CD4-DEF9-4BBE-850B-40E300D49230}" type="pres">
      <dgm:prSet presAssocID="{66F824C8-82AD-4224-B7BB-0D0C15C0DC13}" presName="bgRect" presStyleLbl="bgShp" presStyleIdx="1" presStyleCnt="4"/>
      <dgm:spPr/>
    </dgm:pt>
    <dgm:pt modelId="{377A2F19-1869-447B-8418-4D8F02914E1A}" type="pres">
      <dgm:prSet presAssocID="{66F824C8-82AD-4224-B7BB-0D0C15C0DC1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w"/>
        </a:ext>
      </dgm:extLst>
    </dgm:pt>
    <dgm:pt modelId="{1A38BD0A-E260-4890-A8BF-B696C1C53039}" type="pres">
      <dgm:prSet presAssocID="{66F824C8-82AD-4224-B7BB-0D0C15C0DC13}" presName="spaceRect" presStyleCnt="0"/>
      <dgm:spPr/>
    </dgm:pt>
    <dgm:pt modelId="{F9A1712C-DF04-4369-AC49-6CE980B1DC92}" type="pres">
      <dgm:prSet presAssocID="{66F824C8-82AD-4224-B7BB-0D0C15C0DC13}" presName="parTx" presStyleLbl="revTx" presStyleIdx="1" presStyleCnt="4">
        <dgm:presLayoutVars>
          <dgm:chMax val="0"/>
          <dgm:chPref val="0"/>
        </dgm:presLayoutVars>
      </dgm:prSet>
      <dgm:spPr/>
    </dgm:pt>
    <dgm:pt modelId="{7ECE02ED-5322-4E43-8442-EA1A6447B5AA}" type="pres">
      <dgm:prSet presAssocID="{1CB206E9-1B46-4E8B-A3D8-D2741EC0653B}" presName="sibTrans" presStyleCnt="0"/>
      <dgm:spPr/>
    </dgm:pt>
    <dgm:pt modelId="{D931C333-4B60-46EE-A270-FDD20F187262}" type="pres">
      <dgm:prSet presAssocID="{ECDBD4BB-C39F-41E4-9AAB-759577E5E19B}" presName="compNode" presStyleCnt="0"/>
      <dgm:spPr/>
    </dgm:pt>
    <dgm:pt modelId="{0024450D-2DB9-4E41-8853-975A86D6B7E9}" type="pres">
      <dgm:prSet presAssocID="{ECDBD4BB-C39F-41E4-9AAB-759577E5E19B}" presName="bgRect" presStyleLbl="bgShp" presStyleIdx="2" presStyleCnt="4"/>
      <dgm:spPr/>
    </dgm:pt>
    <dgm:pt modelId="{C2174EBA-D1AA-4C9E-B6ED-6DBC4C38F8CE}" type="pres">
      <dgm:prSet presAssocID="{ECDBD4BB-C39F-41E4-9AAB-759577E5E19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D5AEDCD0-EB16-496F-B9D1-6DD0E4468AD5}" type="pres">
      <dgm:prSet presAssocID="{ECDBD4BB-C39F-41E4-9AAB-759577E5E19B}" presName="spaceRect" presStyleCnt="0"/>
      <dgm:spPr/>
    </dgm:pt>
    <dgm:pt modelId="{D3959294-2034-477D-955A-9C12B6AC1213}" type="pres">
      <dgm:prSet presAssocID="{ECDBD4BB-C39F-41E4-9AAB-759577E5E19B}" presName="parTx" presStyleLbl="revTx" presStyleIdx="2" presStyleCnt="4">
        <dgm:presLayoutVars>
          <dgm:chMax val="0"/>
          <dgm:chPref val="0"/>
        </dgm:presLayoutVars>
      </dgm:prSet>
      <dgm:spPr/>
    </dgm:pt>
    <dgm:pt modelId="{A4DE5352-3531-4B87-B514-1C3B4001553D}" type="pres">
      <dgm:prSet presAssocID="{FC8B45C7-1A8E-4C93-8C0B-1DB08A9EBCA3}" presName="sibTrans" presStyleCnt="0"/>
      <dgm:spPr/>
    </dgm:pt>
    <dgm:pt modelId="{625F6160-E623-4650-A88A-D7D06291E0E4}" type="pres">
      <dgm:prSet presAssocID="{C295AD97-B5C3-4304-81A3-EC98A5BE9FC4}" presName="compNode" presStyleCnt="0"/>
      <dgm:spPr/>
    </dgm:pt>
    <dgm:pt modelId="{69680CB4-141E-4E53-BFEF-26F4CD2A1270}" type="pres">
      <dgm:prSet presAssocID="{C295AD97-B5C3-4304-81A3-EC98A5BE9FC4}" presName="bgRect" presStyleLbl="bgShp" presStyleIdx="3" presStyleCnt="4"/>
      <dgm:spPr/>
    </dgm:pt>
    <dgm:pt modelId="{E20165B6-D713-466C-8BDB-6C793A2AFB26}" type="pres">
      <dgm:prSet presAssocID="{C295AD97-B5C3-4304-81A3-EC98A5BE9FC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3756AE3-2B05-4FD2-97A0-6B90B180ECBA}" type="pres">
      <dgm:prSet presAssocID="{C295AD97-B5C3-4304-81A3-EC98A5BE9FC4}" presName="spaceRect" presStyleCnt="0"/>
      <dgm:spPr/>
    </dgm:pt>
    <dgm:pt modelId="{6263D70E-8E69-4781-BDAB-A5EF1A390ACB}" type="pres">
      <dgm:prSet presAssocID="{C295AD97-B5C3-4304-81A3-EC98A5BE9FC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0396500-C53C-460E-8BA7-D0D77AC7CEDA}" type="presOf" srcId="{C295AD97-B5C3-4304-81A3-EC98A5BE9FC4}" destId="{6263D70E-8E69-4781-BDAB-A5EF1A390ACB}" srcOrd="0" destOrd="0" presId="urn:microsoft.com/office/officeart/2018/2/layout/IconVerticalSolidList"/>
    <dgm:cxn modelId="{DC760501-2630-441E-A225-E469942C07BB}" srcId="{DE07CBBE-235D-402C-9E59-B521997C27B3}" destId="{9B878B1F-D9B0-4158-A458-47D2BE36D987}" srcOrd="0" destOrd="0" parTransId="{6E163575-52CC-42C3-BD5D-49A0C4B8368C}" sibTransId="{45137E04-BFFF-4022-BB2D-7202046CC8DB}"/>
    <dgm:cxn modelId="{2891F00F-8235-4D4E-95E0-468EA6F86439}" srcId="{DE07CBBE-235D-402C-9E59-B521997C27B3}" destId="{66F824C8-82AD-4224-B7BB-0D0C15C0DC13}" srcOrd="1" destOrd="0" parTransId="{ED88F901-84B7-4BB1-B470-9B082A785C59}" sibTransId="{1CB206E9-1B46-4E8B-A3D8-D2741EC0653B}"/>
    <dgm:cxn modelId="{79742D61-E265-4BB1-9C4E-0D2C41F5ECB3}" srcId="{DE07CBBE-235D-402C-9E59-B521997C27B3}" destId="{C295AD97-B5C3-4304-81A3-EC98A5BE9FC4}" srcOrd="3" destOrd="0" parTransId="{A7415648-C430-4D3D-ADB4-B601A2E2A68D}" sibTransId="{9ED804AB-7635-478F-852D-9526FCC49102}"/>
    <dgm:cxn modelId="{729A7F66-86BA-4A2B-8C61-245AEA6C220E}" type="presOf" srcId="{DE07CBBE-235D-402C-9E59-B521997C27B3}" destId="{A7BEB6B3-D3BE-4589-A487-9787371F9EBB}" srcOrd="0" destOrd="0" presId="urn:microsoft.com/office/officeart/2018/2/layout/IconVerticalSolidList"/>
    <dgm:cxn modelId="{89849A66-7BC3-42F8-A58F-30BA17CE134F}" type="presOf" srcId="{9B878B1F-D9B0-4158-A458-47D2BE36D987}" destId="{3043B7A5-2ECA-4538-B5B2-FEB3B301591B}" srcOrd="0" destOrd="0" presId="urn:microsoft.com/office/officeart/2018/2/layout/IconVerticalSolidList"/>
    <dgm:cxn modelId="{42182E6C-AE8A-46AE-9105-4E302D75D291}" type="presOf" srcId="{ECDBD4BB-C39F-41E4-9AAB-759577E5E19B}" destId="{D3959294-2034-477D-955A-9C12B6AC1213}" srcOrd="0" destOrd="0" presId="urn:microsoft.com/office/officeart/2018/2/layout/IconVerticalSolidList"/>
    <dgm:cxn modelId="{A5768FBB-3328-4E96-8704-35676ACB7EFD}" type="presOf" srcId="{66F824C8-82AD-4224-B7BB-0D0C15C0DC13}" destId="{F9A1712C-DF04-4369-AC49-6CE980B1DC92}" srcOrd="0" destOrd="0" presId="urn:microsoft.com/office/officeart/2018/2/layout/IconVerticalSolidList"/>
    <dgm:cxn modelId="{36E959BC-D85A-4A9C-B975-47CE71E203EE}" srcId="{DE07CBBE-235D-402C-9E59-B521997C27B3}" destId="{ECDBD4BB-C39F-41E4-9AAB-759577E5E19B}" srcOrd="2" destOrd="0" parTransId="{B52ADECF-CE77-4171-B192-11B2A0A81EB0}" sibTransId="{FC8B45C7-1A8E-4C93-8C0B-1DB08A9EBCA3}"/>
    <dgm:cxn modelId="{EFE41897-5605-49FD-9FD3-01671D3FE49D}" type="presParOf" srcId="{A7BEB6B3-D3BE-4589-A487-9787371F9EBB}" destId="{1E93CA88-F2BC-4CFF-B2F5-6C94A688147C}" srcOrd="0" destOrd="0" presId="urn:microsoft.com/office/officeart/2018/2/layout/IconVerticalSolidList"/>
    <dgm:cxn modelId="{EDAC0161-6AD0-4FEF-9CDB-56AE932A9C50}" type="presParOf" srcId="{1E93CA88-F2BC-4CFF-B2F5-6C94A688147C}" destId="{CD5D5492-A1A6-4928-80F1-34856FDAAC63}" srcOrd="0" destOrd="0" presId="urn:microsoft.com/office/officeart/2018/2/layout/IconVerticalSolidList"/>
    <dgm:cxn modelId="{623B4536-F9BE-4E67-8BF4-66A0F1948C08}" type="presParOf" srcId="{1E93CA88-F2BC-4CFF-B2F5-6C94A688147C}" destId="{3E732452-6C78-47DE-B061-E959A1F9F663}" srcOrd="1" destOrd="0" presId="urn:microsoft.com/office/officeart/2018/2/layout/IconVerticalSolidList"/>
    <dgm:cxn modelId="{23F517F1-F92D-482F-A012-0788194AD58F}" type="presParOf" srcId="{1E93CA88-F2BC-4CFF-B2F5-6C94A688147C}" destId="{2C136B9C-086F-4943-BA6F-CC7FC998DCA0}" srcOrd="2" destOrd="0" presId="urn:microsoft.com/office/officeart/2018/2/layout/IconVerticalSolidList"/>
    <dgm:cxn modelId="{0978C947-1696-440D-97AB-44E6263E224A}" type="presParOf" srcId="{1E93CA88-F2BC-4CFF-B2F5-6C94A688147C}" destId="{3043B7A5-2ECA-4538-B5B2-FEB3B301591B}" srcOrd="3" destOrd="0" presId="urn:microsoft.com/office/officeart/2018/2/layout/IconVerticalSolidList"/>
    <dgm:cxn modelId="{777AFD52-840B-4528-BBBA-319FACB335F3}" type="presParOf" srcId="{A7BEB6B3-D3BE-4589-A487-9787371F9EBB}" destId="{659D323A-5A26-4C49-9142-6B233ED39E9D}" srcOrd="1" destOrd="0" presId="urn:microsoft.com/office/officeart/2018/2/layout/IconVerticalSolidList"/>
    <dgm:cxn modelId="{05B2AE56-CEA8-4EA9-8517-CC58F5DA1F6B}" type="presParOf" srcId="{A7BEB6B3-D3BE-4589-A487-9787371F9EBB}" destId="{2DC95608-BA88-4061-AE96-7E70B1936D22}" srcOrd="2" destOrd="0" presId="urn:microsoft.com/office/officeart/2018/2/layout/IconVerticalSolidList"/>
    <dgm:cxn modelId="{AA105EAC-899B-4B54-B482-9964942A26E6}" type="presParOf" srcId="{2DC95608-BA88-4061-AE96-7E70B1936D22}" destId="{F53D9CD4-DEF9-4BBE-850B-40E300D49230}" srcOrd="0" destOrd="0" presId="urn:microsoft.com/office/officeart/2018/2/layout/IconVerticalSolidList"/>
    <dgm:cxn modelId="{4454713B-F7A5-4920-A180-A8C6AAC39BFC}" type="presParOf" srcId="{2DC95608-BA88-4061-AE96-7E70B1936D22}" destId="{377A2F19-1869-447B-8418-4D8F02914E1A}" srcOrd="1" destOrd="0" presId="urn:microsoft.com/office/officeart/2018/2/layout/IconVerticalSolidList"/>
    <dgm:cxn modelId="{F67840FB-5C10-425A-B8BA-DBD25C71C652}" type="presParOf" srcId="{2DC95608-BA88-4061-AE96-7E70B1936D22}" destId="{1A38BD0A-E260-4890-A8BF-B696C1C53039}" srcOrd="2" destOrd="0" presId="urn:microsoft.com/office/officeart/2018/2/layout/IconVerticalSolidList"/>
    <dgm:cxn modelId="{A4EBD41F-8460-44B6-B96C-3A9B71D9DEBA}" type="presParOf" srcId="{2DC95608-BA88-4061-AE96-7E70B1936D22}" destId="{F9A1712C-DF04-4369-AC49-6CE980B1DC92}" srcOrd="3" destOrd="0" presId="urn:microsoft.com/office/officeart/2018/2/layout/IconVerticalSolidList"/>
    <dgm:cxn modelId="{25426560-F627-404B-A438-A3ACDC12C977}" type="presParOf" srcId="{A7BEB6B3-D3BE-4589-A487-9787371F9EBB}" destId="{7ECE02ED-5322-4E43-8442-EA1A6447B5AA}" srcOrd="3" destOrd="0" presId="urn:microsoft.com/office/officeart/2018/2/layout/IconVerticalSolidList"/>
    <dgm:cxn modelId="{330E2AD3-E6F2-4DD4-B810-F045FE48484D}" type="presParOf" srcId="{A7BEB6B3-D3BE-4589-A487-9787371F9EBB}" destId="{D931C333-4B60-46EE-A270-FDD20F187262}" srcOrd="4" destOrd="0" presId="urn:microsoft.com/office/officeart/2018/2/layout/IconVerticalSolidList"/>
    <dgm:cxn modelId="{9E64A0C1-BD1D-4F85-BE4A-548761709BDF}" type="presParOf" srcId="{D931C333-4B60-46EE-A270-FDD20F187262}" destId="{0024450D-2DB9-4E41-8853-975A86D6B7E9}" srcOrd="0" destOrd="0" presId="urn:microsoft.com/office/officeart/2018/2/layout/IconVerticalSolidList"/>
    <dgm:cxn modelId="{12171BC4-60CE-4956-BF36-B15EA172F7FF}" type="presParOf" srcId="{D931C333-4B60-46EE-A270-FDD20F187262}" destId="{C2174EBA-D1AA-4C9E-B6ED-6DBC4C38F8CE}" srcOrd="1" destOrd="0" presId="urn:microsoft.com/office/officeart/2018/2/layout/IconVerticalSolidList"/>
    <dgm:cxn modelId="{D4379785-8FB0-4CE8-834C-3A8A1E1BA89F}" type="presParOf" srcId="{D931C333-4B60-46EE-A270-FDD20F187262}" destId="{D5AEDCD0-EB16-496F-B9D1-6DD0E4468AD5}" srcOrd="2" destOrd="0" presId="urn:microsoft.com/office/officeart/2018/2/layout/IconVerticalSolidList"/>
    <dgm:cxn modelId="{CA270591-8039-416B-8422-2BDC8B0A7AB5}" type="presParOf" srcId="{D931C333-4B60-46EE-A270-FDD20F187262}" destId="{D3959294-2034-477D-955A-9C12B6AC1213}" srcOrd="3" destOrd="0" presId="urn:microsoft.com/office/officeart/2018/2/layout/IconVerticalSolidList"/>
    <dgm:cxn modelId="{28862A56-8754-4B67-B2CE-4F0A53C82DE7}" type="presParOf" srcId="{A7BEB6B3-D3BE-4589-A487-9787371F9EBB}" destId="{A4DE5352-3531-4B87-B514-1C3B4001553D}" srcOrd="5" destOrd="0" presId="urn:microsoft.com/office/officeart/2018/2/layout/IconVerticalSolidList"/>
    <dgm:cxn modelId="{AB89C40F-E1C6-4AB0-AA51-AE27DD57C4F2}" type="presParOf" srcId="{A7BEB6B3-D3BE-4589-A487-9787371F9EBB}" destId="{625F6160-E623-4650-A88A-D7D06291E0E4}" srcOrd="6" destOrd="0" presId="urn:microsoft.com/office/officeart/2018/2/layout/IconVerticalSolidList"/>
    <dgm:cxn modelId="{2531A6F9-8F2E-464A-A7ED-ED2F37131B73}" type="presParOf" srcId="{625F6160-E623-4650-A88A-D7D06291E0E4}" destId="{69680CB4-141E-4E53-BFEF-26F4CD2A1270}" srcOrd="0" destOrd="0" presId="urn:microsoft.com/office/officeart/2018/2/layout/IconVerticalSolidList"/>
    <dgm:cxn modelId="{D4A75083-EAED-4522-B6EC-8E649CBA2321}" type="presParOf" srcId="{625F6160-E623-4650-A88A-D7D06291E0E4}" destId="{E20165B6-D713-466C-8BDB-6C793A2AFB26}" srcOrd="1" destOrd="0" presId="urn:microsoft.com/office/officeart/2018/2/layout/IconVerticalSolidList"/>
    <dgm:cxn modelId="{8EFE7C16-2ACA-4AE2-9498-FF87821AA548}" type="presParOf" srcId="{625F6160-E623-4650-A88A-D7D06291E0E4}" destId="{33756AE3-2B05-4FD2-97A0-6B90B180ECBA}" srcOrd="2" destOrd="0" presId="urn:microsoft.com/office/officeart/2018/2/layout/IconVerticalSolidList"/>
    <dgm:cxn modelId="{DE9594A3-64F6-44F4-9523-F0FFDCE2831E}" type="presParOf" srcId="{625F6160-E623-4650-A88A-D7D06291E0E4}" destId="{6263D70E-8E69-4781-BDAB-A5EF1A390A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4254FC1-A771-4877-8649-42C659D26E7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C8F3FC-1192-4D45-BB9A-422B4582AA41}">
      <dgm:prSet/>
      <dgm:spPr/>
      <dgm:t>
        <a:bodyPr/>
        <a:lstStyle/>
        <a:p>
          <a:r>
            <a:rPr lang="en-US"/>
            <a:t>[1] H. Chen et al., “Livestock biometrics via computer vision: A review,” </a:t>
          </a:r>
          <a:r>
            <a:rPr lang="en-US" i="1"/>
            <a:t>Animals</a:t>
          </a:r>
          <a:r>
            <a:rPr lang="en-US"/>
            <a:t>, 2024. </a:t>
          </a:r>
        </a:p>
      </dgm:t>
    </dgm:pt>
    <dgm:pt modelId="{EB9CEB36-E8AC-4FD7-A606-57B8E090EAC1}" type="parTrans" cxnId="{3EBD9521-76B3-4F79-B86B-BAF26873F754}">
      <dgm:prSet/>
      <dgm:spPr/>
      <dgm:t>
        <a:bodyPr/>
        <a:lstStyle/>
        <a:p>
          <a:endParaRPr lang="en-US"/>
        </a:p>
      </dgm:t>
    </dgm:pt>
    <dgm:pt modelId="{35CAB3E8-1DB0-4232-9CE9-F67AB653B653}" type="sibTrans" cxnId="{3EBD9521-76B3-4F79-B86B-BAF26873F754}">
      <dgm:prSet/>
      <dgm:spPr/>
      <dgm:t>
        <a:bodyPr/>
        <a:lstStyle/>
        <a:p>
          <a:endParaRPr lang="en-US"/>
        </a:p>
      </dgm:t>
    </dgm:pt>
    <dgm:pt modelId="{155C0503-3A10-41D3-BD55-32FC63FE1502}">
      <dgm:prSet/>
      <dgm:spPr/>
      <dgm:t>
        <a:bodyPr/>
        <a:lstStyle/>
        <a:p>
          <a:r>
            <a:rPr lang="en-US"/>
            <a:t>[2] J. Huang et al., “Multicow pose estimation for dairy monitoring,” </a:t>
          </a:r>
          <a:r>
            <a:rPr lang="en-US" i="1"/>
            <a:t>PLOS ONE</a:t>
          </a:r>
          <a:r>
            <a:rPr lang="en-US"/>
            <a:t>, vol. 17, no. 6, 2022. </a:t>
          </a:r>
        </a:p>
      </dgm:t>
    </dgm:pt>
    <dgm:pt modelId="{C3C7E3C4-A4A2-4DF6-A204-682F5A69359C}" type="parTrans" cxnId="{F1F7DEC3-FB92-4DE4-AA25-85794D775548}">
      <dgm:prSet/>
      <dgm:spPr/>
      <dgm:t>
        <a:bodyPr/>
        <a:lstStyle/>
        <a:p>
          <a:endParaRPr lang="en-US"/>
        </a:p>
      </dgm:t>
    </dgm:pt>
    <dgm:pt modelId="{5BB99985-D06D-459E-81A0-04CEAD3C902C}" type="sibTrans" cxnId="{F1F7DEC3-FB92-4DE4-AA25-85794D775548}">
      <dgm:prSet/>
      <dgm:spPr/>
      <dgm:t>
        <a:bodyPr/>
        <a:lstStyle/>
        <a:p>
          <a:endParaRPr lang="en-US"/>
        </a:p>
      </dgm:t>
    </dgm:pt>
    <dgm:pt modelId="{849BD12C-BD90-4EF6-9F2A-C926B5618071}">
      <dgm:prSet/>
      <dgm:spPr/>
      <dgm:t>
        <a:bodyPr/>
        <a:lstStyle/>
        <a:p>
          <a:r>
            <a:rPr lang="en-US"/>
            <a:t>[3] A. Kumar et al., “Deep learning for visual animal monitoring: A review,” 2023. </a:t>
          </a:r>
        </a:p>
      </dgm:t>
    </dgm:pt>
    <dgm:pt modelId="{22865A94-C5AF-4645-8FD3-57C6F4CA3F4D}" type="parTrans" cxnId="{472A35DB-E3EE-4B78-8AB6-F893B7504D12}">
      <dgm:prSet/>
      <dgm:spPr/>
      <dgm:t>
        <a:bodyPr/>
        <a:lstStyle/>
        <a:p>
          <a:endParaRPr lang="en-US"/>
        </a:p>
      </dgm:t>
    </dgm:pt>
    <dgm:pt modelId="{4D6CBA24-C193-4514-AC06-CDCFCBFDE772}" type="sibTrans" cxnId="{472A35DB-E3EE-4B78-8AB6-F893B7504D12}">
      <dgm:prSet/>
      <dgm:spPr/>
      <dgm:t>
        <a:bodyPr/>
        <a:lstStyle/>
        <a:p>
          <a:endParaRPr lang="en-US"/>
        </a:p>
      </dgm:t>
    </dgm:pt>
    <dgm:pt modelId="{C8BD56FF-D079-4611-AEEF-64002A18B3C5}">
      <dgm:prSet/>
      <dgm:spPr/>
      <dgm:t>
        <a:bodyPr/>
        <a:lstStyle/>
        <a:p>
          <a:r>
            <a:rPr lang="en-US"/>
            <a:t>[4] Y. Li et al., “Lightweight cattle pose estimation with attention mechanism,” 2024. </a:t>
          </a:r>
        </a:p>
      </dgm:t>
    </dgm:pt>
    <dgm:pt modelId="{AA31608E-D9EE-475E-B4D3-97150A887114}" type="parTrans" cxnId="{E3ABB100-C531-47DF-A5E9-2254E9FC27E4}">
      <dgm:prSet/>
      <dgm:spPr/>
      <dgm:t>
        <a:bodyPr/>
        <a:lstStyle/>
        <a:p>
          <a:endParaRPr lang="en-US"/>
        </a:p>
      </dgm:t>
    </dgm:pt>
    <dgm:pt modelId="{E8300F74-12A2-4B71-A8B3-F30291649F0B}" type="sibTrans" cxnId="{E3ABB100-C531-47DF-A5E9-2254E9FC27E4}">
      <dgm:prSet/>
      <dgm:spPr/>
      <dgm:t>
        <a:bodyPr/>
        <a:lstStyle/>
        <a:p>
          <a:endParaRPr lang="en-US"/>
        </a:p>
      </dgm:t>
    </dgm:pt>
    <dgm:pt modelId="{867742FE-5522-44B3-9F5E-B98644A4DCC0}">
      <dgm:prSet/>
      <dgm:spPr/>
      <dgm:t>
        <a:bodyPr/>
        <a:lstStyle/>
        <a:p>
          <a:r>
            <a:rPr lang="en-US"/>
            <a:t>[5] W. Ma et al., “Computer vision-based measurement techniques for livestock body dimension and weight: A review,” </a:t>
          </a:r>
          <a:r>
            <a:rPr lang="en-US" i="1"/>
            <a:t>Agriculture</a:t>
          </a:r>
          <a:r>
            <a:rPr lang="en-US"/>
            <a:t>, 2024. </a:t>
          </a:r>
        </a:p>
      </dgm:t>
    </dgm:pt>
    <dgm:pt modelId="{0026B645-9FEB-49BC-B643-2C18F8CE8FB0}" type="parTrans" cxnId="{B9A79985-B6C7-4181-92E4-522CEE642557}">
      <dgm:prSet/>
      <dgm:spPr/>
      <dgm:t>
        <a:bodyPr/>
        <a:lstStyle/>
        <a:p>
          <a:endParaRPr lang="en-US"/>
        </a:p>
      </dgm:t>
    </dgm:pt>
    <dgm:pt modelId="{3C84DD2D-E811-4443-BC5D-A09C23F5E362}" type="sibTrans" cxnId="{B9A79985-B6C7-4181-92E4-522CEE642557}">
      <dgm:prSet/>
      <dgm:spPr/>
      <dgm:t>
        <a:bodyPr/>
        <a:lstStyle/>
        <a:p>
          <a:endParaRPr lang="en-US"/>
        </a:p>
      </dgm:t>
    </dgm:pt>
    <dgm:pt modelId="{21C1C59B-85AA-40D1-BC92-2A23256B6652}">
      <dgm:prSet/>
      <dgm:spPr/>
      <dgm:t>
        <a:bodyPr/>
        <a:lstStyle/>
        <a:p>
          <a:r>
            <a:rPr lang="en-US"/>
            <a:t>[6] W. Ma et al., “Computer-vision-based sensing technologies for livestock body dimension measurement: A survey,” </a:t>
          </a:r>
          <a:r>
            <a:rPr lang="en-US" i="1"/>
            <a:t>Sensors</a:t>
          </a:r>
          <a:r>
            <a:rPr lang="en-US"/>
            <a:t>, 2024. </a:t>
          </a:r>
        </a:p>
      </dgm:t>
    </dgm:pt>
    <dgm:pt modelId="{D04F21CA-E71F-40F7-B744-AAE5D782C3F7}" type="parTrans" cxnId="{3FE36CAE-1ED9-47B8-95AA-2E9E9AF2EE7C}">
      <dgm:prSet/>
      <dgm:spPr/>
      <dgm:t>
        <a:bodyPr/>
        <a:lstStyle/>
        <a:p>
          <a:endParaRPr lang="en-US"/>
        </a:p>
      </dgm:t>
    </dgm:pt>
    <dgm:pt modelId="{BBBAAA08-3795-4932-9AF5-FF0A76DC66C2}" type="sibTrans" cxnId="{3FE36CAE-1ED9-47B8-95AA-2E9E9AF2EE7C}">
      <dgm:prSet/>
      <dgm:spPr/>
      <dgm:t>
        <a:bodyPr/>
        <a:lstStyle/>
        <a:p>
          <a:endParaRPr lang="en-US"/>
        </a:p>
      </dgm:t>
    </dgm:pt>
    <dgm:pt modelId="{FBF6F062-B73F-4BDF-9B89-36B3F246716B}">
      <dgm:prSet/>
      <dgm:spPr/>
      <dgm:t>
        <a:bodyPr/>
        <a:lstStyle/>
        <a:p>
          <a:r>
            <a:rPr lang="en-US"/>
            <a:t>[7] C. Peng et al., “Automated measurement of cattle dimensions using improved keypoint detection combined with unilateral depth imaging,” </a:t>
          </a:r>
          <a:r>
            <a:rPr lang="en-US" i="1"/>
            <a:t>Animals</a:t>
          </a:r>
          <a:r>
            <a:rPr lang="en-US"/>
            <a:t>, 2024. </a:t>
          </a:r>
        </a:p>
      </dgm:t>
    </dgm:pt>
    <dgm:pt modelId="{46A616EF-302E-4777-B536-315287EAB409}" type="parTrans" cxnId="{246DD07B-7C94-47AC-9BDF-7AE641EC3EEF}">
      <dgm:prSet/>
      <dgm:spPr/>
      <dgm:t>
        <a:bodyPr/>
        <a:lstStyle/>
        <a:p>
          <a:endParaRPr lang="en-US"/>
        </a:p>
      </dgm:t>
    </dgm:pt>
    <dgm:pt modelId="{956DAB98-ACA9-411D-B69A-CAA9B09B4ED2}" type="sibTrans" cxnId="{246DD07B-7C94-47AC-9BDF-7AE641EC3EEF}">
      <dgm:prSet/>
      <dgm:spPr/>
      <dgm:t>
        <a:bodyPr/>
        <a:lstStyle/>
        <a:p>
          <a:endParaRPr lang="en-US"/>
        </a:p>
      </dgm:t>
    </dgm:pt>
    <dgm:pt modelId="{57E5C722-C59E-48CC-9D96-83634B3B959A}">
      <dgm:prSet/>
      <dgm:spPr/>
      <dgm:t>
        <a:bodyPr/>
        <a:lstStyle/>
        <a:p>
          <a:r>
            <a:rPr lang="en-US"/>
            <a:t>[8] H. Russello et al., “T-LEAP: Occlusion-robust pose estimation of walking cows using temporal information,” 2021. </a:t>
          </a:r>
        </a:p>
      </dgm:t>
    </dgm:pt>
    <dgm:pt modelId="{990F27DB-7FC2-49E7-AB86-D57ED33DB044}" type="parTrans" cxnId="{63D990BD-092A-472B-945A-948D44759BFE}">
      <dgm:prSet/>
      <dgm:spPr/>
      <dgm:t>
        <a:bodyPr/>
        <a:lstStyle/>
        <a:p>
          <a:endParaRPr lang="en-US"/>
        </a:p>
      </dgm:t>
    </dgm:pt>
    <dgm:pt modelId="{6439A4CB-9D12-47AD-A9DF-F6EAD19ED718}" type="sibTrans" cxnId="{63D990BD-092A-472B-945A-948D44759BFE}">
      <dgm:prSet/>
      <dgm:spPr/>
      <dgm:t>
        <a:bodyPr/>
        <a:lstStyle/>
        <a:p>
          <a:endParaRPr lang="en-US"/>
        </a:p>
      </dgm:t>
    </dgm:pt>
    <dgm:pt modelId="{13A0D470-06FC-4F1D-A9FB-16770752D7D7}">
      <dgm:prSet/>
      <dgm:spPr/>
      <dgm:t>
        <a:bodyPr/>
        <a:lstStyle/>
        <a:p>
          <a:r>
            <a:rPr lang="en-US"/>
            <a:t>[9] S. Song et al., “Deep learning lameness scoring in dairy cattle using keypoints,” 2023. </a:t>
          </a:r>
        </a:p>
      </dgm:t>
    </dgm:pt>
    <dgm:pt modelId="{C472618A-DD21-46F3-A5CB-27A3BA01EE62}" type="parTrans" cxnId="{131E4DE7-E538-4E28-B67B-D674C87EF5C9}">
      <dgm:prSet/>
      <dgm:spPr/>
      <dgm:t>
        <a:bodyPr/>
        <a:lstStyle/>
        <a:p>
          <a:endParaRPr lang="en-US"/>
        </a:p>
      </dgm:t>
    </dgm:pt>
    <dgm:pt modelId="{FEF115B6-ECB0-403D-A24F-DA65F1035E4C}" type="sibTrans" cxnId="{131E4DE7-E538-4E28-B67B-D674C87EF5C9}">
      <dgm:prSet/>
      <dgm:spPr/>
      <dgm:t>
        <a:bodyPr/>
        <a:lstStyle/>
        <a:p>
          <a:endParaRPr lang="en-US"/>
        </a:p>
      </dgm:t>
    </dgm:pt>
    <dgm:pt modelId="{C6B69F32-9971-455A-B2B2-F8E52419131C}">
      <dgm:prSet/>
      <dgm:spPr/>
      <dgm:t>
        <a:bodyPr/>
        <a:lstStyle/>
        <a:p>
          <a:r>
            <a:rPr lang="en-US"/>
            <a:t>[10] S. Wang et al., “Lightweight automatic cattle body measurement method based on keypoint detection,” 2024. </a:t>
          </a:r>
        </a:p>
      </dgm:t>
    </dgm:pt>
    <dgm:pt modelId="{98AB9E1D-22B5-4914-9A61-07D65433CBB1}" type="parTrans" cxnId="{8B673989-B35C-4B91-91B2-802F3D121237}">
      <dgm:prSet/>
      <dgm:spPr/>
      <dgm:t>
        <a:bodyPr/>
        <a:lstStyle/>
        <a:p>
          <a:endParaRPr lang="en-US"/>
        </a:p>
      </dgm:t>
    </dgm:pt>
    <dgm:pt modelId="{A0B1C220-1F4C-4CA9-B44E-88E32D215B49}" type="sibTrans" cxnId="{8B673989-B35C-4B91-91B2-802F3D121237}">
      <dgm:prSet/>
      <dgm:spPr/>
      <dgm:t>
        <a:bodyPr/>
        <a:lstStyle/>
        <a:p>
          <a:endParaRPr lang="en-US"/>
        </a:p>
      </dgm:t>
    </dgm:pt>
    <dgm:pt modelId="{0A34B6B7-93C3-4A72-AF4E-5DBC714130FC}">
      <dgm:prSet/>
      <dgm:spPr/>
      <dgm:t>
        <a:bodyPr/>
        <a:lstStyle/>
        <a:p>
          <a:r>
            <a:rPr lang="en-US"/>
            <a:t>[11] Z. Wu et al., “Consistent multi-animal pose estimation in cattle,” 2025. </a:t>
          </a:r>
        </a:p>
      </dgm:t>
    </dgm:pt>
    <dgm:pt modelId="{D4F0AE9A-B0F9-4194-96F2-36086393484F}" type="parTrans" cxnId="{D19AB750-C2F7-4B3C-9F53-9AE174548712}">
      <dgm:prSet/>
      <dgm:spPr/>
      <dgm:t>
        <a:bodyPr/>
        <a:lstStyle/>
        <a:p>
          <a:endParaRPr lang="en-US"/>
        </a:p>
      </dgm:t>
    </dgm:pt>
    <dgm:pt modelId="{01CAAC06-1E9C-4536-A051-98CEDA1944F4}" type="sibTrans" cxnId="{D19AB750-C2F7-4B3C-9F53-9AE174548712}">
      <dgm:prSet/>
      <dgm:spPr/>
      <dgm:t>
        <a:bodyPr/>
        <a:lstStyle/>
        <a:p>
          <a:endParaRPr lang="en-US"/>
        </a:p>
      </dgm:t>
    </dgm:pt>
    <dgm:pt modelId="{1BC60E8D-BA20-492E-95AC-836AA6BB67DE}">
      <dgm:prSet/>
      <dgm:spPr/>
      <dgm:t>
        <a:bodyPr/>
        <a:lstStyle/>
        <a:p>
          <a:r>
            <a:rPr lang="en-US"/>
            <a:t>[12] Z. Wu et al., “Multi-view fusion-based automated full-posture cattle body size measurement,” </a:t>
          </a:r>
          <a:r>
            <a:rPr lang="en-US" i="1"/>
            <a:t>Animals</a:t>
          </a:r>
          <a:r>
            <a:rPr lang="en-US"/>
            <a:t>, 2024. </a:t>
          </a:r>
        </a:p>
      </dgm:t>
    </dgm:pt>
    <dgm:pt modelId="{423DE8D0-9EC7-4406-B73B-0E745EDFE656}" type="parTrans" cxnId="{E9880792-F6D4-4BFE-9B81-590C346E5A87}">
      <dgm:prSet/>
      <dgm:spPr/>
      <dgm:t>
        <a:bodyPr/>
        <a:lstStyle/>
        <a:p>
          <a:endParaRPr lang="en-US"/>
        </a:p>
      </dgm:t>
    </dgm:pt>
    <dgm:pt modelId="{AB846A67-BD38-4BD1-A831-4C709FFEA7E4}" type="sibTrans" cxnId="{E9880792-F6D4-4BFE-9B81-590C346E5A87}">
      <dgm:prSet/>
      <dgm:spPr/>
      <dgm:t>
        <a:bodyPr/>
        <a:lstStyle/>
        <a:p>
          <a:endParaRPr lang="en-US"/>
        </a:p>
      </dgm:t>
    </dgm:pt>
    <dgm:pt modelId="{157C21CA-E186-4F6A-86CA-6BA2C6612E30}">
      <dgm:prSet/>
      <dgm:spPr/>
      <dgm:t>
        <a:bodyPr/>
        <a:lstStyle/>
        <a:p>
          <a:r>
            <a:rPr lang="en-US"/>
            <a:t>[13] C. Yue et al., “Automatic and accurate measurement of cattle body based on a lightweight YOLOv8-pose model and 3D point cloud,” 2024. </a:t>
          </a:r>
        </a:p>
      </dgm:t>
    </dgm:pt>
    <dgm:pt modelId="{FFAFE20D-C8CD-45F4-9F4F-C26F65DD5EA6}" type="parTrans" cxnId="{1C8EFE93-CD96-42BE-9E21-0CD425FE3668}">
      <dgm:prSet/>
      <dgm:spPr/>
      <dgm:t>
        <a:bodyPr/>
        <a:lstStyle/>
        <a:p>
          <a:endParaRPr lang="en-US"/>
        </a:p>
      </dgm:t>
    </dgm:pt>
    <dgm:pt modelId="{5F47CC7F-4E15-407F-851A-24827E1D9065}" type="sibTrans" cxnId="{1C8EFE93-CD96-42BE-9E21-0CD425FE3668}">
      <dgm:prSet/>
      <dgm:spPr/>
      <dgm:t>
        <a:bodyPr/>
        <a:lstStyle/>
        <a:p>
          <a:endParaRPr lang="en-US"/>
        </a:p>
      </dgm:t>
    </dgm:pt>
    <dgm:pt modelId="{3948638C-DFBA-4F19-A619-0D8D58E5DE03}">
      <dgm:prSet/>
      <dgm:spPr/>
      <dgm:t>
        <a:bodyPr/>
        <a:lstStyle/>
        <a:p>
          <a:r>
            <a:rPr lang="en-US"/>
            <a:t>[14] C. Yue et al., “Automatic and accurate measurement of cattle body based on lightweight YOLOv8-pose,” 2024. </a:t>
          </a:r>
        </a:p>
      </dgm:t>
    </dgm:pt>
    <dgm:pt modelId="{05E68548-3149-496C-991C-20AA0525A732}" type="parTrans" cxnId="{83A94B64-9A61-4106-8E76-FF28E88911F4}">
      <dgm:prSet/>
      <dgm:spPr/>
      <dgm:t>
        <a:bodyPr/>
        <a:lstStyle/>
        <a:p>
          <a:endParaRPr lang="en-US"/>
        </a:p>
      </dgm:t>
    </dgm:pt>
    <dgm:pt modelId="{C5FED310-90B5-46AD-BC5F-EB3BADB7C834}" type="sibTrans" cxnId="{83A94B64-9A61-4106-8E76-FF28E88911F4}">
      <dgm:prSet/>
      <dgm:spPr/>
      <dgm:t>
        <a:bodyPr/>
        <a:lstStyle/>
        <a:p>
          <a:endParaRPr lang="en-US"/>
        </a:p>
      </dgm:t>
    </dgm:pt>
    <dgm:pt modelId="{C8E23A98-ECDD-4531-B2C0-D648CDF7D578}">
      <dgm:prSet/>
      <dgm:spPr/>
      <dgm:t>
        <a:bodyPr/>
        <a:lstStyle/>
        <a:p>
          <a:r>
            <a:rPr lang="en-US"/>
            <a:t>[15] Z. Zhang et al., “Multi-cattle lameness detection via pose estimation and machine learning,” </a:t>
          </a:r>
          <a:r>
            <a:rPr lang="en-US" i="1"/>
            <a:t>Scientific Reports</a:t>
          </a:r>
          <a:r>
            <a:rPr lang="en-US"/>
            <a:t>, 2023. </a:t>
          </a:r>
        </a:p>
      </dgm:t>
    </dgm:pt>
    <dgm:pt modelId="{DB87A030-2C96-430D-8A67-4421D04AE143}" type="parTrans" cxnId="{8A5A7101-E367-41C6-AF01-67E053D60D60}">
      <dgm:prSet/>
      <dgm:spPr/>
      <dgm:t>
        <a:bodyPr/>
        <a:lstStyle/>
        <a:p>
          <a:endParaRPr lang="en-US"/>
        </a:p>
      </dgm:t>
    </dgm:pt>
    <dgm:pt modelId="{4496862A-BCEF-4C35-9413-32F9F8206B50}" type="sibTrans" cxnId="{8A5A7101-E367-41C6-AF01-67E053D60D60}">
      <dgm:prSet/>
      <dgm:spPr/>
      <dgm:t>
        <a:bodyPr/>
        <a:lstStyle/>
        <a:p>
          <a:endParaRPr lang="en-US"/>
        </a:p>
      </dgm:t>
    </dgm:pt>
    <dgm:pt modelId="{F2B27E1C-51D7-44D9-86CC-FE28E55C16E6}" type="pres">
      <dgm:prSet presAssocID="{B4254FC1-A771-4877-8649-42C659D26E79}" presName="vert0" presStyleCnt="0">
        <dgm:presLayoutVars>
          <dgm:dir/>
          <dgm:animOne val="branch"/>
          <dgm:animLvl val="lvl"/>
        </dgm:presLayoutVars>
      </dgm:prSet>
      <dgm:spPr/>
    </dgm:pt>
    <dgm:pt modelId="{00E6F4B1-143D-47EC-8749-EE4350D60344}" type="pres">
      <dgm:prSet presAssocID="{98C8F3FC-1192-4D45-BB9A-422B4582AA41}" presName="thickLine" presStyleLbl="alignNode1" presStyleIdx="0" presStyleCnt="15"/>
      <dgm:spPr/>
    </dgm:pt>
    <dgm:pt modelId="{44225DD7-25B1-4364-BBE8-EDDCC370E053}" type="pres">
      <dgm:prSet presAssocID="{98C8F3FC-1192-4D45-BB9A-422B4582AA41}" presName="horz1" presStyleCnt="0"/>
      <dgm:spPr/>
    </dgm:pt>
    <dgm:pt modelId="{0D69C14C-EABD-411D-BB43-6E5916C5C327}" type="pres">
      <dgm:prSet presAssocID="{98C8F3FC-1192-4D45-BB9A-422B4582AA41}" presName="tx1" presStyleLbl="revTx" presStyleIdx="0" presStyleCnt="15"/>
      <dgm:spPr/>
    </dgm:pt>
    <dgm:pt modelId="{A568D7CD-5FA8-4AAA-B7BE-FDD34C769FC2}" type="pres">
      <dgm:prSet presAssocID="{98C8F3FC-1192-4D45-BB9A-422B4582AA41}" presName="vert1" presStyleCnt="0"/>
      <dgm:spPr/>
    </dgm:pt>
    <dgm:pt modelId="{DAB012A2-DB63-44E7-8BB3-46593D586270}" type="pres">
      <dgm:prSet presAssocID="{155C0503-3A10-41D3-BD55-32FC63FE1502}" presName="thickLine" presStyleLbl="alignNode1" presStyleIdx="1" presStyleCnt="15"/>
      <dgm:spPr/>
    </dgm:pt>
    <dgm:pt modelId="{70082C90-4C41-474A-ADFC-162C64AC32E3}" type="pres">
      <dgm:prSet presAssocID="{155C0503-3A10-41D3-BD55-32FC63FE1502}" presName="horz1" presStyleCnt="0"/>
      <dgm:spPr/>
    </dgm:pt>
    <dgm:pt modelId="{BB4DE80A-A780-4476-90D4-2D68122B35D9}" type="pres">
      <dgm:prSet presAssocID="{155C0503-3A10-41D3-BD55-32FC63FE1502}" presName="tx1" presStyleLbl="revTx" presStyleIdx="1" presStyleCnt="15"/>
      <dgm:spPr/>
    </dgm:pt>
    <dgm:pt modelId="{196DDA78-8376-467B-90F7-B5D5E25E89F9}" type="pres">
      <dgm:prSet presAssocID="{155C0503-3A10-41D3-BD55-32FC63FE1502}" presName="vert1" presStyleCnt="0"/>
      <dgm:spPr/>
    </dgm:pt>
    <dgm:pt modelId="{D6E37712-8C67-45D8-A9E5-4AED0EBB6990}" type="pres">
      <dgm:prSet presAssocID="{849BD12C-BD90-4EF6-9F2A-C926B5618071}" presName="thickLine" presStyleLbl="alignNode1" presStyleIdx="2" presStyleCnt="15"/>
      <dgm:spPr/>
    </dgm:pt>
    <dgm:pt modelId="{3BC7A4AE-B0C7-4C68-8656-7F04B2E39CD0}" type="pres">
      <dgm:prSet presAssocID="{849BD12C-BD90-4EF6-9F2A-C926B5618071}" presName="horz1" presStyleCnt="0"/>
      <dgm:spPr/>
    </dgm:pt>
    <dgm:pt modelId="{118266E5-7DD0-4E0B-8C34-9FAAFEBE5EAA}" type="pres">
      <dgm:prSet presAssocID="{849BD12C-BD90-4EF6-9F2A-C926B5618071}" presName="tx1" presStyleLbl="revTx" presStyleIdx="2" presStyleCnt="15"/>
      <dgm:spPr/>
    </dgm:pt>
    <dgm:pt modelId="{21688AA5-06BD-459D-9B91-17FDEAB77C12}" type="pres">
      <dgm:prSet presAssocID="{849BD12C-BD90-4EF6-9F2A-C926B5618071}" presName="vert1" presStyleCnt="0"/>
      <dgm:spPr/>
    </dgm:pt>
    <dgm:pt modelId="{F5A0F390-3AFB-45A3-9D61-D0A3A64E3453}" type="pres">
      <dgm:prSet presAssocID="{C8BD56FF-D079-4611-AEEF-64002A18B3C5}" presName="thickLine" presStyleLbl="alignNode1" presStyleIdx="3" presStyleCnt="15"/>
      <dgm:spPr/>
    </dgm:pt>
    <dgm:pt modelId="{8788BCB8-9AB2-4C14-B432-241B23002507}" type="pres">
      <dgm:prSet presAssocID="{C8BD56FF-D079-4611-AEEF-64002A18B3C5}" presName="horz1" presStyleCnt="0"/>
      <dgm:spPr/>
    </dgm:pt>
    <dgm:pt modelId="{5A1B152B-21F8-4AFE-838A-E2C36490D843}" type="pres">
      <dgm:prSet presAssocID="{C8BD56FF-D079-4611-AEEF-64002A18B3C5}" presName="tx1" presStyleLbl="revTx" presStyleIdx="3" presStyleCnt="15"/>
      <dgm:spPr/>
    </dgm:pt>
    <dgm:pt modelId="{CAC0D3CC-B17B-4C39-8535-0F5B09656420}" type="pres">
      <dgm:prSet presAssocID="{C8BD56FF-D079-4611-AEEF-64002A18B3C5}" presName="vert1" presStyleCnt="0"/>
      <dgm:spPr/>
    </dgm:pt>
    <dgm:pt modelId="{57BD39E4-1195-4707-9C07-E0B343524883}" type="pres">
      <dgm:prSet presAssocID="{867742FE-5522-44B3-9F5E-B98644A4DCC0}" presName="thickLine" presStyleLbl="alignNode1" presStyleIdx="4" presStyleCnt="15"/>
      <dgm:spPr/>
    </dgm:pt>
    <dgm:pt modelId="{42A39ADB-AF39-48AB-B3B5-5C09671A54F2}" type="pres">
      <dgm:prSet presAssocID="{867742FE-5522-44B3-9F5E-B98644A4DCC0}" presName="horz1" presStyleCnt="0"/>
      <dgm:spPr/>
    </dgm:pt>
    <dgm:pt modelId="{F88884DF-2964-4BE9-ADBE-4787AA4D0344}" type="pres">
      <dgm:prSet presAssocID="{867742FE-5522-44B3-9F5E-B98644A4DCC0}" presName="tx1" presStyleLbl="revTx" presStyleIdx="4" presStyleCnt="15"/>
      <dgm:spPr/>
    </dgm:pt>
    <dgm:pt modelId="{1793380B-0AB1-4534-BE93-212F57D13788}" type="pres">
      <dgm:prSet presAssocID="{867742FE-5522-44B3-9F5E-B98644A4DCC0}" presName="vert1" presStyleCnt="0"/>
      <dgm:spPr/>
    </dgm:pt>
    <dgm:pt modelId="{A3AAE787-58CB-4D4A-A649-D24018AB33E6}" type="pres">
      <dgm:prSet presAssocID="{21C1C59B-85AA-40D1-BC92-2A23256B6652}" presName="thickLine" presStyleLbl="alignNode1" presStyleIdx="5" presStyleCnt="15"/>
      <dgm:spPr/>
    </dgm:pt>
    <dgm:pt modelId="{1C23EE11-8822-4DD4-9D52-30E266D45FFD}" type="pres">
      <dgm:prSet presAssocID="{21C1C59B-85AA-40D1-BC92-2A23256B6652}" presName="horz1" presStyleCnt="0"/>
      <dgm:spPr/>
    </dgm:pt>
    <dgm:pt modelId="{A7458A8B-5B84-40E5-856D-9F9172A39D5F}" type="pres">
      <dgm:prSet presAssocID="{21C1C59B-85AA-40D1-BC92-2A23256B6652}" presName="tx1" presStyleLbl="revTx" presStyleIdx="5" presStyleCnt="15"/>
      <dgm:spPr/>
    </dgm:pt>
    <dgm:pt modelId="{EEDE6A91-73EC-4E42-B683-6E22F3ABD40B}" type="pres">
      <dgm:prSet presAssocID="{21C1C59B-85AA-40D1-BC92-2A23256B6652}" presName="vert1" presStyleCnt="0"/>
      <dgm:spPr/>
    </dgm:pt>
    <dgm:pt modelId="{8F7B92B5-8B1B-4482-80C9-24670B846868}" type="pres">
      <dgm:prSet presAssocID="{FBF6F062-B73F-4BDF-9B89-36B3F246716B}" presName="thickLine" presStyleLbl="alignNode1" presStyleIdx="6" presStyleCnt="15"/>
      <dgm:spPr/>
    </dgm:pt>
    <dgm:pt modelId="{313EC4AF-C4E9-42E6-9B26-8CF3663E937C}" type="pres">
      <dgm:prSet presAssocID="{FBF6F062-B73F-4BDF-9B89-36B3F246716B}" presName="horz1" presStyleCnt="0"/>
      <dgm:spPr/>
    </dgm:pt>
    <dgm:pt modelId="{E42775AA-A396-491C-8B88-5888EF97B5EE}" type="pres">
      <dgm:prSet presAssocID="{FBF6F062-B73F-4BDF-9B89-36B3F246716B}" presName="tx1" presStyleLbl="revTx" presStyleIdx="6" presStyleCnt="15"/>
      <dgm:spPr/>
    </dgm:pt>
    <dgm:pt modelId="{02A8A0EF-E9C9-4B05-98AD-6E95F6A3C2C5}" type="pres">
      <dgm:prSet presAssocID="{FBF6F062-B73F-4BDF-9B89-36B3F246716B}" presName="vert1" presStyleCnt="0"/>
      <dgm:spPr/>
    </dgm:pt>
    <dgm:pt modelId="{9E0D3ABF-6897-49EB-AAC9-3F36C8C14023}" type="pres">
      <dgm:prSet presAssocID="{57E5C722-C59E-48CC-9D96-83634B3B959A}" presName="thickLine" presStyleLbl="alignNode1" presStyleIdx="7" presStyleCnt="15"/>
      <dgm:spPr/>
    </dgm:pt>
    <dgm:pt modelId="{7B0B6D22-10AB-4C74-A21A-DA3E9D743DD1}" type="pres">
      <dgm:prSet presAssocID="{57E5C722-C59E-48CC-9D96-83634B3B959A}" presName="horz1" presStyleCnt="0"/>
      <dgm:spPr/>
    </dgm:pt>
    <dgm:pt modelId="{F263E851-006B-4CEA-9562-37F96CB68F98}" type="pres">
      <dgm:prSet presAssocID="{57E5C722-C59E-48CC-9D96-83634B3B959A}" presName="tx1" presStyleLbl="revTx" presStyleIdx="7" presStyleCnt="15"/>
      <dgm:spPr/>
    </dgm:pt>
    <dgm:pt modelId="{9F57EF93-3D0D-4F9A-9B1B-812A71FFF086}" type="pres">
      <dgm:prSet presAssocID="{57E5C722-C59E-48CC-9D96-83634B3B959A}" presName="vert1" presStyleCnt="0"/>
      <dgm:spPr/>
    </dgm:pt>
    <dgm:pt modelId="{DAD7C203-5675-49A8-B046-FA6B45E1E929}" type="pres">
      <dgm:prSet presAssocID="{13A0D470-06FC-4F1D-A9FB-16770752D7D7}" presName="thickLine" presStyleLbl="alignNode1" presStyleIdx="8" presStyleCnt="15"/>
      <dgm:spPr/>
    </dgm:pt>
    <dgm:pt modelId="{0E6D7089-2C69-47AD-82A5-8B9A9704E408}" type="pres">
      <dgm:prSet presAssocID="{13A0D470-06FC-4F1D-A9FB-16770752D7D7}" presName="horz1" presStyleCnt="0"/>
      <dgm:spPr/>
    </dgm:pt>
    <dgm:pt modelId="{4C13A0E0-684D-458A-86C9-D03880A8D999}" type="pres">
      <dgm:prSet presAssocID="{13A0D470-06FC-4F1D-A9FB-16770752D7D7}" presName="tx1" presStyleLbl="revTx" presStyleIdx="8" presStyleCnt="15"/>
      <dgm:spPr/>
    </dgm:pt>
    <dgm:pt modelId="{FEDAADB5-1D95-409E-B03E-2E2C210D17A8}" type="pres">
      <dgm:prSet presAssocID="{13A0D470-06FC-4F1D-A9FB-16770752D7D7}" presName="vert1" presStyleCnt="0"/>
      <dgm:spPr/>
    </dgm:pt>
    <dgm:pt modelId="{EB235218-1FB7-42B2-B021-93F73D3E1166}" type="pres">
      <dgm:prSet presAssocID="{C6B69F32-9971-455A-B2B2-F8E52419131C}" presName="thickLine" presStyleLbl="alignNode1" presStyleIdx="9" presStyleCnt="15"/>
      <dgm:spPr/>
    </dgm:pt>
    <dgm:pt modelId="{71239E6F-CC7D-4275-ADBA-2A29C2D31E3F}" type="pres">
      <dgm:prSet presAssocID="{C6B69F32-9971-455A-B2B2-F8E52419131C}" presName="horz1" presStyleCnt="0"/>
      <dgm:spPr/>
    </dgm:pt>
    <dgm:pt modelId="{3261F48A-AFFC-4C55-B9B1-07A1B4329903}" type="pres">
      <dgm:prSet presAssocID="{C6B69F32-9971-455A-B2B2-F8E52419131C}" presName="tx1" presStyleLbl="revTx" presStyleIdx="9" presStyleCnt="15"/>
      <dgm:spPr/>
    </dgm:pt>
    <dgm:pt modelId="{291930A9-4CD5-4128-A1B6-F44599E07DA5}" type="pres">
      <dgm:prSet presAssocID="{C6B69F32-9971-455A-B2B2-F8E52419131C}" presName="vert1" presStyleCnt="0"/>
      <dgm:spPr/>
    </dgm:pt>
    <dgm:pt modelId="{4AC99028-2343-4A38-954F-3A93A077CF92}" type="pres">
      <dgm:prSet presAssocID="{0A34B6B7-93C3-4A72-AF4E-5DBC714130FC}" presName="thickLine" presStyleLbl="alignNode1" presStyleIdx="10" presStyleCnt="15"/>
      <dgm:spPr/>
    </dgm:pt>
    <dgm:pt modelId="{3B795885-04A0-4C52-A010-3C2610EE0B4A}" type="pres">
      <dgm:prSet presAssocID="{0A34B6B7-93C3-4A72-AF4E-5DBC714130FC}" presName="horz1" presStyleCnt="0"/>
      <dgm:spPr/>
    </dgm:pt>
    <dgm:pt modelId="{039DFC87-CA43-4AE6-B675-04EFA421437C}" type="pres">
      <dgm:prSet presAssocID="{0A34B6B7-93C3-4A72-AF4E-5DBC714130FC}" presName="tx1" presStyleLbl="revTx" presStyleIdx="10" presStyleCnt="15"/>
      <dgm:spPr/>
    </dgm:pt>
    <dgm:pt modelId="{75D080C5-EAB5-4F20-B21B-5DF7E5F8DE53}" type="pres">
      <dgm:prSet presAssocID="{0A34B6B7-93C3-4A72-AF4E-5DBC714130FC}" presName="vert1" presStyleCnt="0"/>
      <dgm:spPr/>
    </dgm:pt>
    <dgm:pt modelId="{F85263F3-B6C9-480A-A75F-9F174FF35ECD}" type="pres">
      <dgm:prSet presAssocID="{1BC60E8D-BA20-492E-95AC-836AA6BB67DE}" presName="thickLine" presStyleLbl="alignNode1" presStyleIdx="11" presStyleCnt="15"/>
      <dgm:spPr/>
    </dgm:pt>
    <dgm:pt modelId="{BFBF93CD-E57A-4D02-B212-4A8E9C379C62}" type="pres">
      <dgm:prSet presAssocID="{1BC60E8D-BA20-492E-95AC-836AA6BB67DE}" presName="horz1" presStyleCnt="0"/>
      <dgm:spPr/>
    </dgm:pt>
    <dgm:pt modelId="{0733A753-3361-418C-AAA8-7F38CF21DFEF}" type="pres">
      <dgm:prSet presAssocID="{1BC60E8D-BA20-492E-95AC-836AA6BB67DE}" presName="tx1" presStyleLbl="revTx" presStyleIdx="11" presStyleCnt="15"/>
      <dgm:spPr/>
    </dgm:pt>
    <dgm:pt modelId="{75E56ED4-8343-470A-9983-5BB754E1D35E}" type="pres">
      <dgm:prSet presAssocID="{1BC60E8D-BA20-492E-95AC-836AA6BB67DE}" presName="vert1" presStyleCnt="0"/>
      <dgm:spPr/>
    </dgm:pt>
    <dgm:pt modelId="{B6C62A3C-0A20-4A90-B738-88503AEC25B6}" type="pres">
      <dgm:prSet presAssocID="{157C21CA-E186-4F6A-86CA-6BA2C6612E30}" presName="thickLine" presStyleLbl="alignNode1" presStyleIdx="12" presStyleCnt="15"/>
      <dgm:spPr/>
    </dgm:pt>
    <dgm:pt modelId="{7C397229-EE46-4FBC-98FA-4E92D084E018}" type="pres">
      <dgm:prSet presAssocID="{157C21CA-E186-4F6A-86CA-6BA2C6612E30}" presName="horz1" presStyleCnt="0"/>
      <dgm:spPr/>
    </dgm:pt>
    <dgm:pt modelId="{26A526E7-AEAF-493E-B73B-F45FE0D508F7}" type="pres">
      <dgm:prSet presAssocID="{157C21CA-E186-4F6A-86CA-6BA2C6612E30}" presName="tx1" presStyleLbl="revTx" presStyleIdx="12" presStyleCnt="15"/>
      <dgm:spPr/>
    </dgm:pt>
    <dgm:pt modelId="{9813B4C1-2EEE-409D-AF7C-FB0AE35C3148}" type="pres">
      <dgm:prSet presAssocID="{157C21CA-E186-4F6A-86CA-6BA2C6612E30}" presName="vert1" presStyleCnt="0"/>
      <dgm:spPr/>
    </dgm:pt>
    <dgm:pt modelId="{FE56C965-A24C-4CF8-94C8-C267B8E36027}" type="pres">
      <dgm:prSet presAssocID="{3948638C-DFBA-4F19-A619-0D8D58E5DE03}" presName="thickLine" presStyleLbl="alignNode1" presStyleIdx="13" presStyleCnt="15"/>
      <dgm:spPr/>
    </dgm:pt>
    <dgm:pt modelId="{16841D06-BA1D-413F-BDFD-94BC599AD44E}" type="pres">
      <dgm:prSet presAssocID="{3948638C-DFBA-4F19-A619-0D8D58E5DE03}" presName="horz1" presStyleCnt="0"/>
      <dgm:spPr/>
    </dgm:pt>
    <dgm:pt modelId="{49B68400-7FC1-47F7-8A21-2CCE1F68CEE2}" type="pres">
      <dgm:prSet presAssocID="{3948638C-DFBA-4F19-A619-0D8D58E5DE03}" presName="tx1" presStyleLbl="revTx" presStyleIdx="13" presStyleCnt="15"/>
      <dgm:spPr/>
    </dgm:pt>
    <dgm:pt modelId="{E1E6CCD5-28D5-4347-B8A4-3644E8E6D312}" type="pres">
      <dgm:prSet presAssocID="{3948638C-DFBA-4F19-A619-0D8D58E5DE03}" presName="vert1" presStyleCnt="0"/>
      <dgm:spPr/>
    </dgm:pt>
    <dgm:pt modelId="{A564E582-2291-4A25-8787-B05B5F42484D}" type="pres">
      <dgm:prSet presAssocID="{C8E23A98-ECDD-4531-B2C0-D648CDF7D578}" presName="thickLine" presStyleLbl="alignNode1" presStyleIdx="14" presStyleCnt="15"/>
      <dgm:spPr/>
    </dgm:pt>
    <dgm:pt modelId="{7ECD53A3-92EF-4EF4-AB06-06F84B0FDE55}" type="pres">
      <dgm:prSet presAssocID="{C8E23A98-ECDD-4531-B2C0-D648CDF7D578}" presName="horz1" presStyleCnt="0"/>
      <dgm:spPr/>
    </dgm:pt>
    <dgm:pt modelId="{9A989A4A-C6D4-4D0F-9D2E-64B6DCA73F15}" type="pres">
      <dgm:prSet presAssocID="{C8E23A98-ECDD-4531-B2C0-D648CDF7D578}" presName="tx1" presStyleLbl="revTx" presStyleIdx="14" presStyleCnt="15"/>
      <dgm:spPr/>
    </dgm:pt>
    <dgm:pt modelId="{E4508957-B6C5-4023-9D72-13ED6EEC6C90}" type="pres">
      <dgm:prSet presAssocID="{C8E23A98-ECDD-4531-B2C0-D648CDF7D578}" presName="vert1" presStyleCnt="0"/>
      <dgm:spPr/>
    </dgm:pt>
  </dgm:ptLst>
  <dgm:cxnLst>
    <dgm:cxn modelId="{E3ABB100-C531-47DF-A5E9-2254E9FC27E4}" srcId="{B4254FC1-A771-4877-8649-42C659D26E79}" destId="{C8BD56FF-D079-4611-AEEF-64002A18B3C5}" srcOrd="3" destOrd="0" parTransId="{AA31608E-D9EE-475E-B4D3-97150A887114}" sibTransId="{E8300F74-12A2-4B71-A8B3-F30291649F0B}"/>
    <dgm:cxn modelId="{8A5A7101-E367-41C6-AF01-67E053D60D60}" srcId="{B4254FC1-A771-4877-8649-42C659D26E79}" destId="{C8E23A98-ECDD-4531-B2C0-D648CDF7D578}" srcOrd="14" destOrd="0" parTransId="{DB87A030-2C96-430D-8A67-4421D04AE143}" sibTransId="{4496862A-BCEF-4C35-9413-32F9F8206B50}"/>
    <dgm:cxn modelId="{7AC47A09-2CA2-4B0C-BA2A-7E1C90B247B0}" type="presOf" srcId="{157C21CA-E186-4F6A-86CA-6BA2C6612E30}" destId="{26A526E7-AEAF-493E-B73B-F45FE0D508F7}" srcOrd="0" destOrd="0" presId="urn:microsoft.com/office/officeart/2008/layout/LinedList"/>
    <dgm:cxn modelId="{F5C4C50C-9306-4507-9050-2ED404DC3EB8}" type="presOf" srcId="{155C0503-3A10-41D3-BD55-32FC63FE1502}" destId="{BB4DE80A-A780-4476-90D4-2D68122B35D9}" srcOrd="0" destOrd="0" presId="urn:microsoft.com/office/officeart/2008/layout/LinedList"/>
    <dgm:cxn modelId="{2BFE7418-CC29-4928-A692-DBADA67B9CD8}" type="presOf" srcId="{C8BD56FF-D079-4611-AEEF-64002A18B3C5}" destId="{5A1B152B-21F8-4AFE-838A-E2C36490D843}" srcOrd="0" destOrd="0" presId="urn:microsoft.com/office/officeart/2008/layout/LinedList"/>
    <dgm:cxn modelId="{3EBD9521-76B3-4F79-B86B-BAF26873F754}" srcId="{B4254FC1-A771-4877-8649-42C659D26E79}" destId="{98C8F3FC-1192-4D45-BB9A-422B4582AA41}" srcOrd="0" destOrd="0" parTransId="{EB9CEB36-E8AC-4FD7-A606-57B8E090EAC1}" sibTransId="{35CAB3E8-1DB0-4232-9CE9-F67AB653B653}"/>
    <dgm:cxn modelId="{E48E1A3F-621E-47EB-877E-707B96F6DB5F}" type="presOf" srcId="{1BC60E8D-BA20-492E-95AC-836AA6BB67DE}" destId="{0733A753-3361-418C-AAA8-7F38CF21DFEF}" srcOrd="0" destOrd="0" presId="urn:microsoft.com/office/officeart/2008/layout/LinedList"/>
    <dgm:cxn modelId="{863EB643-B507-40AB-BBB3-BCF76863FCD4}" type="presOf" srcId="{13A0D470-06FC-4F1D-A9FB-16770752D7D7}" destId="{4C13A0E0-684D-458A-86C9-D03880A8D999}" srcOrd="0" destOrd="0" presId="urn:microsoft.com/office/officeart/2008/layout/LinedList"/>
    <dgm:cxn modelId="{83A94B64-9A61-4106-8E76-FF28E88911F4}" srcId="{B4254FC1-A771-4877-8649-42C659D26E79}" destId="{3948638C-DFBA-4F19-A619-0D8D58E5DE03}" srcOrd="13" destOrd="0" parTransId="{05E68548-3149-496C-991C-20AA0525A732}" sibTransId="{C5FED310-90B5-46AD-BC5F-EB3BADB7C834}"/>
    <dgm:cxn modelId="{D19AB750-C2F7-4B3C-9F53-9AE174548712}" srcId="{B4254FC1-A771-4877-8649-42C659D26E79}" destId="{0A34B6B7-93C3-4A72-AF4E-5DBC714130FC}" srcOrd="10" destOrd="0" parTransId="{D4F0AE9A-B0F9-4194-96F2-36086393484F}" sibTransId="{01CAAC06-1E9C-4536-A051-98CEDA1944F4}"/>
    <dgm:cxn modelId="{D18B9C52-BD72-4E41-89CD-99C5D21395FF}" type="presOf" srcId="{3948638C-DFBA-4F19-A619-0D8D58E5DE03}" destId="{49B68400-7FC1-47F7-8A21-2CCE1F68CEE2}" srcOrd="0" destOrd="0" presId="urn:microsoft.com/office/officeart/2008/layout/LinedList"/>
    <dgm:cxn modelId="{D31D9277-C141-48CA-9DC9-97E1AC2D73ED}" type="presOf" srcId="{867742FE-5522-44B3-9F5E-B98644A4DCC0}" destId="{F88884DF-2964-4BE9-ADBE-4787AA4D0344}" srcOrd="0" destOrd="0" presId="urn:microsoft.com/office/officeart/2008/layout/LinedList"/>
    <dgm:cxn modelId="{246DD07B-7C94-47AC-9BDF-7AE641EC3EEF}" srcId="{B4254FC1-A771-4877-8649-42C659D26E79}" destId="{FBF6F062-B73F-4BDF-9B89-36B3F246716B}" srcOrd="6" destOrd="0" parTransId="{46A616EF-302E-4777-B536-315287EAB409}" sibTransId="{956DAB98-ACA9-411D-B69A-CAA9B09B4ED2}"/>
    <dgm:cxn modelId="{B9A79985-B6C7-4181-92E4-522CEE642557}" srcId="{B4254FC1-A771-4877-8649-42C659D26E79}" destId="{867742FE-5522-44B3-9F5E-B98644A4DCC0}" srcOrd="4" destOrd="0" parTransId="{0026B645-9FEB-49BC-B643-2C18F8CE8FB0}" sibTransId="{3C84DD2D-E811-4443-BC5D-A09C23F5E362}"/>
    <dgm:cxn modelId="{8B673989-B35C-4B91-91B2-802F3D121237}" srcId="{B4254FC1-A771-4877-8649-42C659D26E79}" destId="{C6B69F32-9971-455A-B2B2-F8E52419131C}" srcOrd="9" destOrd="0" parTransId="{98AB9E1D-22B5-4914-9A61-07D65433CBB1}" sibTransId="{A0B1C220-1F4C-4CA9-B44E-88E32D215B49}"/>
    <dgm:cxn modelId="{38717790-44A9-4875-B6B2-827573D09661}" type="presOf" srcId="{57E5C722-C59E-48CC-9D96-83634B3B959A}" destId="{F263E851-006B-4CEA-9562-37F96CB68F98}" srcOrd="0" destOrd="0" presId="urn:microsoft.com/office/officeart/2008/layout/LinedList"/>
    <dgm:cxn modelId="{E9880792-F6D4-4BFE-9B81-590C346E5A87}" srcId="{B4254FC1-A771-4877-8649-42C659D26E79}" destId="{1BC60E8D-BA20-492E-95AC-836AA6BB67DE}" srcOrd="11" destOrd="0" parTransId="{423DE8D0-9EC7-4406-B73B-0E745EDFE656}" sibTransId="{AB846A67-BD38-4BD1-A831-4C709FFEA7E4}"/>
    <dgm:cxn modelId="{1C8EFE93-CD96-42BE-9E21-0CD425FE3668}" srcId="{B4254FC1-A771-4877-8649-42C659D26E79}" destId="{157C21CA-E186-4F6A-86CA-6BA2C6612E30}" srcOrd="12" destOrd="0" parTransId="{FFAFE20D-C8CD-45F4-9F4F-C26F65DD5EA6}" sibTransId="{5F47CC7F-4E15-407F-851A-24827E1D9065}"/>
    <dgm:cxn modelId="{460B109A-36F8-40AE-A433-8B3AB4637BF4}" type="presOf" srcId="{B4254FC1-A771-4877-8649-42C659D26E79}" destId="{F2B27E1C-51D7-44D9-86CC-FE28E55C16E6}" srcOrd="0" destOrd="0" presId="urn:microsoft.com/office/officeart/2008/layout/LinedList"/>
    <dgm:cxn modelId="{908806A5-C2DA-4970-AC72-694E9304D9F2}" type="presOf" srcId="{C8E23A98-ECDD-4531-B2C0-D648CDF7D578}" destId="{9A989A4A-C6D4-4D0F-9D2E-64B6DCA73F15}" srcOrd="0" destOrd="0" presId="urn:microsoft.com/office/officeart/2008/layout/LinedList"/>
    <dgm:cxn modelId="{3FE36CAE-1ED9-47B8-95AA-2E9E9AF2EE7C}" srcId="{B4254FC1-A771-4877-8649-42C659D26E79}" destId="{21C1C59B-85AA-40D1-BC92-2A23256B6652}" srcOrd="5" destOrd="0" parTransId="{D04F21CA-E71F-40F7-B744-AAE5D782C3F7}" sibTransId="{BBBAAA08-3795-4932-9AF5-FF0A76DC66C2}"/>
    <dgm:cxn modelId="{9D1AFFBA-1B64-4786-A779-CD0F220B7EB4}" type="presOf" srcId="{0A34B6B7-93C3-4A72-AF4E-5DBC714130FC}" destId="{039DFC87-CA43-4AE6-B675-04EFA421437C}" srcOrd="0" destOrd="0" presId="urn:microsoft.com/office/officeart/2008/layout/LinedList"/>
    <dgm:cxn modelId="{63D990BD-092A-472B-945A-948D44759BFE}" srcId="{B4254FC1-A771-4877-8649-42C659D26E79}" destId="{57E5C722-C59E-48CC-9D96-83634B3B959A}" srcOrd="7" destOrd="0" parTransId="{990F27DB-7FC2-49E7-AB86-D57ED33DB044}" sibTransId="{6439A4CB-9D12-47AD-A9DF-F6EAD19ED718}"/>
    <dgm:cxn modelId="{365CB5BD-2ECF-485A-89D3-43A011155B38}" type="presOf" srcId="{C6B69F32-9971-455A-B2B2-F8E52419131C}" destId="{3261F48A-AFFC-4C55-B9B1-07A1B4329903}" srcOrd="0" destOrd="0" presId="urn:microsoft.com/office/officeart/2008/layout/LinedList"/>
    <dgm:cxn modelId="{832FFABE-B82A-4B1E-A993-CEBCFE82FECA}" type="presOf" srcId="{FBF6F062-B73F-4BDF-9B89-36B3F246716B}" destId="{E42775AA-A396-491C-8B88-5888EF97B5EE}" srcOrd="0" destOrd="0" presId="urn:microsoft.com/office/officeart/2008/layout/LinedList"/>
    <dgm:cxn modelId="{CAE3F3C1-35FE-4D5F-B29D-822158E3BDE6}" type="presOf" srcId="{21C1C59B-85AA-40D1-BC92-2A23256B6652}" destId="{A7458A8B-5B84-40E5-856D-9F9172A39D5F}" srcOrd="0" destOrd="0" presId="urn:microsoft.com/office/officeart/2008/layout/LinedList"/>
    <dgm:cxn modelId="{F1F7DEC3-FB92-4DE4-AA25-85794D775548}" srcId="{B4254FC1-A771-4877-8649-42C659D26E79}" destId="{155C0503-3A10-41D3-BD55-32FC63FE1502}" srcOrd="1" destOrd="0" parTransId="{C3C7E3C4-A4A2-4DF6-A204-682F5A69359C}" sibTransId="{5BB99985-D06D-459E-81A0-04CEAD3C902C}"/>
    <dgm:cxn modelId="{738AABCA-1E14-40C4-858A-795518399226}" type="presOf" srcId="{849BD12C-BD90-4EF6-9F2A-C926B5618071}" destId="{118266E5-7DD0-4E0B-8C34-9FAAFEBE5EAA}" srcOrd="0" destOrd="0" presId="urn:microsoft.com/office/officeart/2008/layout/LinedList"/>
    <dgm:cxn modelId="{472A35DB-E3EE-4B78-8AB6-F893B7504D12}" srcId="{B4254FC1-A771-4877-8649-42C659D26E79}" destId="{849BD12C-BD90-4EF6-9F2A-C926B5618071}" srcOrd="2" destOrd="0" parTransId="{22865A94-C5AF-4645-8FD3-57C6F4CA3F4D}" sibTransId="{4D6CBA24-C193-4514-AC06-CDCFCBFDE772}"/>
    <dgm:cxn modelId="{131E4DE7-E538-4E28-B67B-D674C87EF5C9}" srcId="{B4254FC1-A771-4877-8649-42C659D26E79}" destId="{13A0D470-06FC-4F1D-A9FB-16770752D7D7}" srcOrd="8" destOrd="0" parTransId="{C472618A-DD21-46F3-A5CB-27A3BA01EE62}" sibTransId="{FEF115B6-ECB0-403D-A24F-DA65F1035E4C}"/>
    <dgm:cxn modelId="{BCB1E5EC-0DEC-4614-853A-6308F4546AE4}" type="presOf" srcId="{98C8F3FC-1192-4D45-BB9A-422B4582AA41}" destId="{0D69C14C-EABD-411D-BB43-6E5916C5C327}" srcOrd="0" destOrd="0" presId="urn:microsoft.com/office/officeart/2008/layout/LinedList"/>
    <dgm:cxn modelId="{14F955A8-998A-49F3-B0D3-EC67F067D15B}" type="presParOf" srcId="{F2B27E1C-51D7-44D9-86CC-FE28E55C16E6}" destId="{00E6F4B1-143D-47EC-8749-EE4350D60344}" srcOrd="0" destOrd="0" presId="urn:microsoft.com/office/officeart/2008/layout/LinedList"/>
    <dgm:cxn modelId="{419A2AD8-2D1D-41FF-B914-DEFF864EAE02}" type="presParOf" srcId="{F2B27E1C-51D7-44D9-86CC-FE28E55C16E6}" destId="{44225DD7-25B1-4364-BBE8-EDDCC370E053}" srcOrd="1" destOrd="0" presId="urn:microsoft.com/office/officeart/2008/layout/LinedList"/>
    <dgm:cxn modelId="{91ED519C-EBCF-44B0-A7DB-377BB159D426}" type="presParOf" srcId="{44225DD7-25B1-4364-BBE8-EDDCC370E053}" destId="{0D69C14C-EABD-411D-BB43-6E5916C5C327}" srcOrd="0" destOrd="0" presId="urn:microsoft.com/office/officeart/2008/layout/LinedList"/>
    <dgm:cxn modelId="{49AA82C5-AF5C-4454-976B-BB00710182A9}" type="presParOf" srcId="{44225DD7-25B1-4364-BBE8-EDDCC370E053}" destId="{A568D7CD-5FA8-4AAA-B7BE-FDD34C769FC2}" srcOrd="1" destOrd="0" presId="urn:microsoft.com/office/officeart/2008/layout/LinedList"/>
    <dgm:cxn modelId="{3DA21613-4AF2-41C2-BC45-4DA464A8A787}" type="presParOf" srcId="{F2B27E1C-51D7-44D9-86CC-FE28E55C16E6}" destId="{DAB012A2-DB63-44E7-8BB3-46593D586270}" srcOrd="2" destOrd="0" presId="urn:microsoft.com/office/officeart/2008/layout/LinedList"/>
    <dgm:cxn modelId="{F4D2CDAB-CC73-40F0-B384-6ECCDA0CF4E3}" type="presParOf" srcId="{F2B27E1C-51D7-44D9-86CC-FE28E55C16E6}" destId="{70082C90-4C41-474A-ADFC-162C64AC32E3}" srcOrd="3" destOrd="0" presId="urn:microsoft.com/office/officeart/2008/layout/LinedList"/>
    <dgm:cxn modelId="{D6DC027B-BD2B-4543-B6AB-C531083800DE}" type="presParOf" srcId="{70082C90-4C41-474A-ADFC-162C64AC32E3}" destId="{BB4DE80A-A780-4476-90D4-2D68122B35D9}" srcOrd="0" destOrd="0" presId="urn:microsoft.com/office/officeart/2008/layout/LinedList"/>
    <dgm:cxn modelId="{55A095F0-CDC3-43F1-A328-4F9D547BC7DF}" type="presParOf" srcId="{70082C90-4C41-474A-ADFC-162C64AC32E3}" destId="{196DDA78-8376-467B-90F7-B5D5E25E89F9}" srcOrd="1" destOrd="0" presId="urn:microsoft.com/office/officeart/2008/layout/LinedList"/>
    <dgm:cxn modelId="{F39EDB62-32B9-412B-836E-29AA25794C19}" type="presParOf" srcId="{F2B27E1C-51D7-44D9-86CC-FE28E55C16E6}" destId="{D6E37712-8C67-45D8-A9E5-4AED0EBB6990}" srcOrd="4" destOrd="0" presId="urn:microsoft.com/office/officeart/2008/layout/LinedList"/>
    <dgm:cxn modelId="{73575480-D307-4BCB-9401-174B096F7749}" type="presParOf" srcId="{F2B27E1C-51D7-44D9-86CC-FE28E55C16E6}" destId="{3BC7A4AE-B0C7-4C68-8656-7F04B2E39CD0}" srcOrd="5" destOrd="0" presId="urn:microsoft.com/office/officeart/2008/layout/LinedList"/>
    <dgm:cxn modelId="{6482D5CE-11A7-45CB-BF09-CDC27AC6E6AC}" type="presParOf" srcId="{3BC7A4AE-B0C7-4C68-8656-7F04B2E39CD0}" destId="{118266E5-7DD0-4E0B-8C34-9FAAFEBE5EAA}" srcOrd="0" destOrd="0" presId="urn:microsoft.com/office/officeart/2008/layout/LinedList"/>
    <dgm:cxn modelId="{160ABC36-C97C-485D-BE5D-3C452988DF0B}" type="presParOf" srcId="{3BC7A4AE-B0C7-4C68-8656-7F04B2E39CD0}" destId="{21688AA5-06BD-459D-9B91-17FDEAB77C12}" srcOrd="1" destOrd="0" presId="urn:microsoft.com/office/officeart/2008/layout/LinedList"/>
    <dgm:cxn modelId="{76DE0325-B0BA-49D6-A18E-0FA406C67152}" type="presParOf" srcId="{F2B27E1C-51D7-44D9-86CC-FE28E55C16E6}" destId="{F5A0F390-3AFB-45A3-9D61-D0A3A64E3453}" srcOrd="6" destOrd="0" presId="urn:microsoft.com/office/officeart/2008/layout/LinedList"/>
    <dgm:cxn modelId="{B8F94D6B-09B6-4F77-91A4-F5B9ABB6E309}" type="presParOf" srcId="{F2B27E1C-51D7-44D9-86CC-FE28E55C16E6}" destId="{8788BCB8-9AB2-4C14-B432-241B23002507}" srcOrd="7" destOrd="0" presId="urn:microsoft.com/office/officeart/2008/layout/LinedList"/>
    <dgm:cxn modelId="{3A6FFB01-9369-47C3-AC47-5F8B18B06A91}" type="presParOf" srcId="{8788BCB8-9AB2-4C14-B432-241B23002507}" destId="{5A1B152B-21F8-4AFE-838A-E2C36490D843}" srcOrd="0" destOrd="0" presId="urn:microsoft.com/office/officeart/2008/layout/LinedList"/>
    <dgm:cxn modelId="{CE357174-7528-46D8-85CF-E06F9172F21A}" type="presParOf" srcId="{8788BCB8-9AB2-4C14-B432-241B23002507}" destId="{CAC0D3CC-B17B-4C39-8535-0F5B09656420}" srcOrd="1" destOrd="0" presId="urn:microsoft.com/office/officeart/2008/layout/LinedList"/>
    <dgm:cxn modelId="{35700405-ED80-4669-8BB8-82080F67C56E}" type="presParOf" srcId="{F2B27E1C-51D7-44D9-86CC-FE28E55C16E6}" destId="{57BD39E4-1195-4707-9C07-E0B343524883}" srcOrd="8" destOrd="0" presId="urn:microsoft.com/office/officeart/2008/layout/LinedList"/>
    <dgm:cxn modelId="{1A3B0B47-AFC2-4C54-A657-ADE7FACB4925}" type="presParOf" srcId="{F2B27E1C-51D7-44D9-86CC-FE28E55C16E6}" destId="{42A39ADB-AF39-48AB-B3B5-5C09671A54F2}" srcOrd="9" destOrd="0" presId="urn:microsoft.com/office/officeart/2008/layout/LinedList"/>
    <dgm:cxn modelId="{ED3504F1-245F-4C32-BC6F-FDD3EE6BF993}" type="presParOf" srcId="{42A39ADB-AF39-48AB-B3B5-5C09671A54F2}" destId="{F88884DF-2964-4BE9-ADBE-4787AA4D0344}" srcOrd="0" destOrd="0" presId="urn:microsoft.com/office/officeart/2008/layout/LinedList"/>
    <dgm:cxn modelId="{FEAD7C66-F24C-4B41-B790-21C0973B5AF5}" type="presParOf" srcId="{42A39ADB-AF39-48AB-B3B5-5C09671A54F2}" destId="{1793380B-0AB1-4534-BE93-212F57D13788}" srcOrd="1" destOrd="0" presId="urn:microsoft.com/office/officeart/2008/layout/LinedList"/>
    <dgm:cxn modelId="{7E2806F8-B019-4EF6-819A-6691203F9410}" type="presParOf" srcId="{F2B27E1C-51D7-44D9-86CC-FE28E55C16E6}" destId="{A3AAE787-58CB-4D4A-A649-D24018AB33E6}" srcOrd="10" destOrd="0" presId="urn:microsoft.com/office/officeart/2008/layout/LinedList"/>
    <dgm:cxn modelId="{50B57F2E-B5D4-4184-9921-59BD98DA565F}" type="presParOf" srcId="{F2B27E1C-51D7-44D9-86CC-FE28E55C16E6}" destId="{1C23EE11-8822-4DD4-9D52-30E266D45FFD}" srcOrd="11" destOrd="0" presId="urn:microsoft.com/office/officeart/2008/layout/LinedList"/>
    <dgm:cxn modelId="{735DBBF7-C298-4BC6-AF8F-EE2737981FA9}" type="presParOf" srcId="{1C23EE11-8822-4DD4-9D52-30E266D45FFD}" destId="{A7458A8B-5B84-40E5-856D-9F9172A39D5F}" srcOrd="0" destOrd="0" presId="urn:microsoft.com/office/officeart/2008/layout/LinedList"/>
    <dgm:cxn modelId="{A7642678-1A58-485C-8809-CB4DD4EABD84}" type="presParOf" srcId="{1C23EE11-8822-4DD4-9D52-30E266D45FFD}" destId="{EEDE6A91-73EC-4E42-B683-6E22F3ABD40B}" srcOrd="1" destOrd="0" presId="urn:microsoft.com/office/officeart/2008/layout/LinedList"/>
    <dgm:cxn modelId="{345D139C-7370-4F49-991B-37A096B1C2E9}" type="presParOf" srcId="{F2B27E1C-51D7-44D9-86CC-FE28E55C16E6}" destId="{8F7B92B5-8B1B-4482-80C9-24670B846868}" srcOrd="12" destOrd="0" presId="urn:microsoft.com/office/officeart/2008/layout/LinedList"/>
    <dgm:cxn modelId="{E87A874C-1542-4869-9C5A-92561FBB3456}" type="presParOf" srcId="{F2B27E1C-51D7-44D9-86CC-FE28E55C16E6}" destId="{313EC4AF-C4E9-42E6-9B26-8CF3663E937C}" srcOrd="13" destOrd="0" presId="urn:microsoft.com/office/officeart/2008/layout/LinedList"/>
    <dgm:cxn modelId="{720305EC-769A-4492-86A0-22CF1FF93029}" type="presParOf" srcId="{313EC4AF-C4E9-42E6-9B26-8CF3663E937C}" destId="{E42775AA-A396-491C-8B88-5888EF97B5EE}" srcOrd="0" destOrd="0" presId="urn:microsoft.com/office/officeart/2008/layout/LinedList"/>
    <dgm:cxn modelId="{BB978772-8329-4EBA-A1F4-90DA7269EE93}" type="presParOf" srcId="{313EC4AF-C4E9-42E6-9B26-8CF3663E937C}" destId="{02A8A0EF-E9C9-4B05-98AD-6E95F6A3C2C5}" srcOrd="1" destOrd="0" presId="urn:microsoft.com/office/officeart/2008/layout/LinedList"/>
    <dgm:cxn modelId="{EDAFDF2C-06B8-486B-815E-0011E1545412}" type="presParOf" srcId="{F2B27E1C-51D7-44D9-86CC-FE28E55C16E6}" destId="{9E0D3ABF-6897-49EB-AAC9-3F36C8C14023}" srcOrd="14" destOrd="0" presId="urn:microsoft.com/office/officeart/2008/layout/LinedList"/>
    <dgm:cxn modelId="{26A960B5-EECA-4726-B85B-704BC22C728B}" type="presParOf" srcId="{F2B27E1C-51D7-44D9-86CC-FE28E55C16E6}" destId="{7B0B6D22-10AB-4C74-A21A-DA3E9D743DD1}" srcOrd="15" destOrd="0" presId="urn:microsoft.com/office/officeart/2008/layout/LinedList"/>
    <dgm:cxn modelId="{132B1D38-4867-4DB8-9D5A-0515550912F5}" type="presParOf" srcId="{7B0B6D22-10AB-4C74-A21A-DA3E9D743DD1}" destId="{F263E851-006B-4CEA-9562-37F96CB68F98}" srcOrd="0" destOrd="0" presId="urn:microsoft.com/office/officeart/2008/layout/LinedList"/>
    <dgm:cxn modelId="{29DD0E3B-8344-424D-A1BE-07D8374B6515}" type="presParOf" srcId="{7B0B6D22-10AB-4C74-A21A-DA3E9D743DD1}" destId="{9F57EF93-3D0D-4F9A-9B1B-812A71FFF086}" srcOrd="1" destOrd="0" presId="urn:microsoft.com/office/officeart/2008/layout/LinedList"/>
    <dgm:cxn modelId="{B7687E9C-78A5-4846-823C-2248F1491E3D}" type="presParOf" srcId="{F2B27E1C-51D7-44D9-86CC-FE28E55C16E6}" destId="{DAD7C203-5675-49A8-B046-FA6B45E1E929}" srcOrd="16" destOrd="0" presId="urn:microsoft.com/office/officeart/2008/layout/LinedList"/>
    <dgm:cxn modelId="{836C232A-7362-4A34-B59C-67A24C6639E9}" type="presParOf" srcId="{F2B27E1C-51D7-44D9-86CC-FE28E55C16E6}" destId="{0E6D7089-2C69-47AD-82A5-8B9A9704E408}" srcOrd="17" destOrd="0" presId="urn:microsoft.com/office/officeart/2008/layout/LinedList"/>
    <dgm:cxn modelId="{4619ACB0-8ECE-4A92-90F3-73ABDB9EA639}" type="presParOf" srcId="{0E6D7089-2C69-47AD-82A5-8B9A9704E408}" destId="{4C13A0E0-684D-458A-86C9-D03880A8D999}" srcOrd="0" destOrd="0" presId="urn:microsoft.com/office/officeart/2008/layout/LinedList"/>
    <dgm:cxn modelId="{15B22E60-F25C-4A2B-812B-B275C3C62A0A}" type="presParOf" srcId="{0E6D7089-2C69-47AD-82A5-8B9A9704E408}" destId="{FEDAADB5-1D95-409E-B03E-2E2C210D17A8}" srcOrd="1" destOrd="0" presId="urn:microsoft.com/office/officeart/2008/layout/LinedList"/>
    <dgm:cxn modelId="{44A01E5E-0B0F-464C-AA03-E6F3137F51D0}" type="presParOf" srcId="{F2B27E1C-51D7-44D9-86CC-FE28E55C16E6}" destId="{EB235218-1FB7-42B2-B021-93F73D3E1166}" srcOrd="18" destOrd="0" presId="urn:microsoft.com/office/officeart/2008/layout/LinedList"/>
    <dgm:cxn modelId="{AB11F04F-F5B8-4513-A7EF-747E1F1139AE}" type="presParOf" srcId="{F2B27E1C-51D7-44D9-86CC-FE28E55C16E6}" destId="{71239E6F-CC7D-4275-ADBA-2A29C2D31E3F}" srcOrd="19" destOrd="0" presId="urn:microsoft.com/office/officeart/2008/layout/LinedList"/>
    <dgm:cxn modelId="{A0687680-B1DD-47FB-A9C8-6F36ABC7D19F}" type="presParOf" srcId="{71239E6F-CC7D-4275-ADBA-2A29C2D31E3F}" destId="{3261F48A-AFFC-4C55-B9B1-07A1B4329903}" srcOrd="0" destOrd="0" presId="urn:microsoft.com/office/officeart/2008/layout/LinedList"/>
    <dgm:cxn modelId="{B1B41E6D-DBC3-40D5-BCAD-481ACCA6600E}" type="presParOf" srcId="{71239E6F-CC7D-4275-ADBA-2A29C2D31E3F}" destId="{291930A9-4CD5-4128-A1B6-F44599E07DA5}" srcOrd="1" destOrd="0" presId="urn:microsoft.com/office/officeart/2008/layout/LinedList"/>
    <dgm:cxn modelId="{14B8C66B-103C-4786-9A21-DAE771916735}" type="presParOf" srcId="{F2B27E1C-51D7-44D9-86CC-FE28E55C16E6}" destId="{4AC99028-2343-4A38-954F-3A93A077CF92}" srcOrd="20" destOrd="0" presId="urn:microsoft.com/office/officeart/2008/layout/LinedList"/>
    <dgm:cxn modelId="{A2241723-0F96-4F79-87B9-7E0B5232DD89}" type="presParOf" srcId="{F2B27E1C-51D7-44D9-86CC-FE28E55C16E6}" destId="{3B795885-04A0-4C52-A010-3C2610EE0B4A}" srcOrd="21" destOrd="0" presId="urn:microsoft.com/office/officeart/2008/layout/LinedList"/>
    <dgm:cxn modelId="{825290CD-13CC-4D2C-9FE7-9635DA7E48D9}" type="presParOf" srcId="{3B795885-04A0-4C52-A010-3C2610EE0B4A}" destId="{039DFC87-CA43-4AE6-B675-04EFA421437C}" srcOrd="0" destOrd="0" presId="urn:microsoft.com/office/officeart/2008/layout/LinedList"/>
    <dgm:cxn modelId="{88E11539-5252-4824-8B6A-CDBAD41F3D9F}" type="presParOf" srcId="{3B795885-04A0-4C52-A010-3C2610EE0B4A}" destId="{75D080C5-EAB5-4F20-B21B-5DF7E5F8DE53}" srcOrd="1" destOrd="0" presId="urn:microsoft.com/office/officeart/2008/layout/LinedList"/>
    <dgm:cxn modelId="{6889761F-2775-4D9A-8116-52F9A2DD7CFE}" type="presParOf" srcId="{F2B27E1C-51D7-44D9-86CC-FE28E55C16E6}" destId="{F85263F3-B6C9-480A-A75F-9F174FF35ECD}" srcOrd="22" destOrd="0" presId="urn:microsoft.com/office/officeart/2008/layout/LinedList"/>
    <dgm:cxn modelId="{46C8A22D-8A50-4440-A4EC-FC28C230BE55}" type="presParOf" srcId="{F2B27E1C-51D7-44D9-86CC-FE28E55C16E6}" destId="{BFBF93CD-E57A-4D02-B212-4A8E9C379C62}" srcOrd="23" destOrd="0" presId="urn:microsoft.com/office/officeart/2008/layout/LinedList"/>
    <dgm:cxn modelId="{16E1B341-BF3F-45B9-BBF2-B3FCEE50B3AC}" type="presParOf" srcId="{BFBF93CD-E57A-4D02-B212-4A8E9C379C62}" destId="{0733A753-3361-418C-AAA8-7F38CF21DFEF}" srcOrd="0" destOrd="0" presId="urn:microsoft.com/office/officeart/2008/layout/LinedList"/>
    <dgm:cxn modelId="{883C9F7B-7258-4DFC-8416-B584A2E72845}" type="presParOf" srcId="{BFBF93CD-E57A-4D02-B212-4A8E9C379C62}" destId="{75E56ED4-8343-470A-9983-5BB754E1D35E}" srcOrd="1" destOrd="0" presId="urn:microsoft.com/office/officeart/2008/layout/LinedList"/>
    <dgm:cxn modelId="{B8980F1F-D6F1-4A7F-8BA5-6804D69FF573}" type="presParOf" srcId="{F2B27E1C-51D7-44D9-86CC-FE28E55C16E6}" destId="{B6C62A3C-0A20-4A90-B738-88503AEC25B6}" srcOrd="24" destOrd="0" presId="urn:microsoft.com/office/officeart/2008/layout/LinedList"/>
    <dgm:cxn modelId="{481EC717-6755-47FA-8B15-49C77139917D}" type="presParOf" srcId="{F2B27E1C-51D7-44D9-86CC-FE28E55C16E6}" destId="{7C397229-EE46-4FBC-98FA-4E92D084E018}" srcOrd="25" destOrd="0" presId="urn:microsoft.com/office/officeart/2008/layout/LinedList"/>
    <dgm:cxn modelId="{0605F35D-ED8F-44A4-AA3C-4FCE416CC740}" type="presParOf" srcId="{7C397229-EE46-4FBC-98FA-4E92D084E018}" destId="{26A526E7-AEAF-493E-B73B-F45FE0D508F7}" srcOrd="0" destOrd="0" presId="urn:microsoft.com/office/officeart/2008/layout/LinedList"/>
    <dgm:cxn modelId="{42CE3A44-5D6A-40B1-8CDA-9121BBBF656D}" type="presParOf" srcId="{7C397229-EE46-4FBC-98FA-4E92D084E018}" destId="{9813B4C1-2EEE-409D-AF7C-FB0AE35C3148}" srcOrd="1" destOrd="0" presId="urn:microsoft.com/office/officeart/2008/layout/LinedList"/>
    <dgm:cxn modelId="{41636D5E-D0B8-4E0C-AA5B-A4BBAD2A14BD}" type="presParOf" srcId="{F2B27E1C-51D7-44D9-86CC-FE28E55C16E6}" destId="{FE56C965-A24C-4CF8-94C8-C267B8E36027}" srcOrd="26" destOrd="0" presId="urn:microsoft.com/office/officeart/2008/layout/LinedList"/>
    <dgm:cxn modelId="{B8DEF6D7-7F99-4891-9C7C-110F917225AD}" type="presParOf" srcId="{F2B27E1C-51D7-44D9-86CC-FE28E55C16E6}" destId="{16841D06-BA1D-413F-BDFD-94BC599AD44E}" srcOrd="27" destOrd="0" presId="urn:microsoft.com/office/officeart/2008/layout/LinedList"/>
    <dgm:cxn modelId="{3C9191BF-5B9F-40A7-BDB7-F40279EBD4CB}" type="presParOf" srcId="{16841D06-BA1D-413F-BDFD-94BC599AD44E}" destId="{49B68400-7FC1-47F7-8A21-2CCE1F68CEE2}" srcOrd="0" destOrd="0" presId="urn:microsoft.com/office/officeart/2008/layout/LinedList"/>
    <dgm:cxn modelId="{EC99FBE6-430C-45FD-B0BF-40F270337A02}" type="presParOf" srcId="{16841D06-BA1D-413F-BDFD-94BC599AD44E}" destId="{E1E6CCD5-28D5-4347-B8A4-3644E8E6D312}" srcOrd="1" destOrd="0" presId="urn:microsoft.com/office/officeart/2008/layout/LinedList"/>
    <dgm:cxn modelId="{BF49A7EF-A4A6-470E-807A-E00926FE1AFA}" type="presParOf" srcId="{F2B27E1C-51D7-44D9-86CC-FE28E55C16E6}" destId="{A564E582-2291-4A25-8787-B05B5F42484D}" srcOrd="28" destOrd="0" presId="urn:microsoft.com/office/officeart/2008/layout/LinedList"/>
    <dgm:cxn modelId="{993EB73B-1978-4027-8D49-9E696E2CEAE1}" type="presParOf" srcId="{F2B27E1C-51D7-44D9-86CC-FE28E55C16E6}" destId="{7ECD53A3-92EF-4EF4-AB06-06F84B0FDE55}" srcOrd="29" destOrd="0" presId="urn:microsoft.com/office/officeart/2008/layout/LinedList"/>
    <dgm:cxn modelId="{7FEC53ED-63FD-471A-98E1-9FD45EB04F05}" type="presParOf" srcId="{7ECD53A3-92EF-4EF4-AB06-06F84B0FDE55}" destId="{9A989A4A-C6D4-4D0F-9D2E-64B6DCA73F15}" srcOrd="0" destOrd="0" presId="urn:microsoft.com/office/officeart/2008/layout/LinedList"/>
    <dgm:cxn modelId="{81EDCB2B-2F4E-4A7C-AD6B-642F6A35146C}" type="presParOf" srcId="{7ECD53A3-92EF-4EF4-AB06-06F84B0FDE55}" destId="{E4508957-B6C5-4023-9D72-13ED6EEC6C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B6A11-3426-465C-AD74-C37D5A51D617}">
      <dsp:nvSpPr>
        <dsp:cNvPr id="0" name=""/>
        <dsp:cNvSpPr/>
      </dsp:nvSpPr>
      <dsp:spPr>
        <a:xfrm>
          <a:off x="0" y="398"/>
          <a:ext cx="5089759" cy="548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77C27-87EB-4D74-8360-7271B9AABA7B}">
      <dsp:nvSpPr>
        <dsp:cNvPr id="0" name=""/>
        <dsp:cNvSpPr/>
      </dsp:nvSpPr>
      <dsp:spPr>
        <a:xfrm>
          <a:off x="165815" y="123731"/>
          <a:ext cx="301482" cy="3014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292B6-27D3-4EC1-BC71-6C880ADDF532}">
      <dsp:nvSpPr>
        <dsp:cNvPr id="0" name=""/>
        <dsp:cNvSpPr/>
      </dsp:nvSpPr>
      <dsp:spPr>
        <a:xfrm>
          <a:off x="633113" y="398"/>
          <a:ext cx="4456645" cy="54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13" tIns="58013" rIns="58013" bIns="5801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Python - </a:t>
          </a: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Used as the primary programming language for implementing the entire system</a:t>
          </a:r>
        </a:p>
      </dsp:txBody>
      <dsp:txXfrm>
        <a:off x="633113" y="398"/>
        <a:ext cx="4456645" cy="548150"/>
      </dsp:txXfrm>
    </dsp:sp>
    <dsp:sp modelId="{3D99D049-9E6B-4723-8B4A-DA10EBBF8767}">
      <dsp:nvSpPr>
        <dsp:cNvPr id="0" name=""/>
        <dsp:cNvSpPr/>
      </dsp:nvSpPr>
      <dsp:spPr>
        <a:xfrm>
          <a:off x="0" y="685585"/>
          <a:ext cx="5089759" cy="548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ADDA13-57B8-4246-98FB-714F0B7912F1}">
      <dsp:nvSpPr>
        <dsp:cNvPr id="0" name=""/>
        <dsp:cNvSpPr/>
      </dsp:nvSpPr>
      <dsp:spPr>
        <a:xfrm>
          <a:off x="165815" y="808919"/>
          <a:ext cx="301482" cy="3014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02FFF1-58B4-4FC8-A446-FB6494DA21AA}">
      <dsp:nvSpPr>
        <dsp:cNvPr id="0" name=""/>
        <dsp:cNvSpPr/>
      </dsp:nvSpPr>
      <dsp:spPr>
        <a:xfrm>
          <a:off x="633113" y="685585"/>
          <a:ext cx="4456645" cy="54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13" tIns="58013" rIns="58013" bIns="5801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PyTorch - </a:t>
          </a: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Used for building and running the deep learning model (YOLOv8-Pose)</a:t>
          </a:r>
        </a:p>
      </dsp:txBody>
      <dsp:txXfrm>
        <a:off x="633113" y="685585"/>
        <a:ext cx="4456645" cy="548150"/>
      </dsp:txXfrm>
    </dsp:sp>
    <dsp:sp modelId="{8ED857D5-F47A-4ADD-BEB0-3E5558BF2457}">
      <dsp:nvSpPr>
        <dsp:cNvPr id="0" name=""/>
        <dsp:cNvSpPr/>
      </dsp:nvSpPr>
      <dsp:spPr>
        <a:xfrm>
          <a:off x="0" y="1370773"/>
          <a:ext cx="5089759" cy="548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8E5D31-A268-4F1C-A6E4-9A5DBF8087F4}">
      <dsp:nvSpPr>
        <dsp:cNvPr id="0" name=""/>
        <dsp:cNvSpPr/>
      </dsp:nvSpPr>
      <dsp:spPr>
        <a:xfrm>
          <a:off x="165815" y="1494107"/>
          <a:ext cx="301482" cy="3014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5BCD6-A907-44E9-ADD5-3B95D4A6E358}">
      <dsp:nvSpPr>
        <dsp:cNvPr id="0" name=""/>
        <dsp:cNvSpPr/>
      </dsp:nvSpPr>
      <dsp:spPr>
        <a:xfrm>
          <a:off x="633113" y="1370773"/>
          <a:ext cx="4456645" cy="54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13" tIns="58013" rIns="58013" bIns="5801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YOLOv8 (</a:t>
          </a:r>
          <a:r>
            <a:rPr lang="en-US" sz="1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Ultralytics</a:t>
          </a: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 - 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Used for detecting anatomical </a:t>
          </a:r>
          <a:r>
            <a:rPr lang="en-US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keypoints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from cattle images</a:t>
          </a:r>
        </a:p>
      </dsp:txBody>
      <dsp:txXfrm>
        <a:off x="633113" y="1370773"/>
        <a:ext cx="4456645" cy="548150"/>
      </dsp:txXfrm>
    </dsp:sp>
    <dsp:sp modelId="{16B62F4B-CA61-4700-82A5-5C65C96754BD}">
      <dsp:nvSpPr>
        <dsp:cNvPr id="0" name=""/>
        <dsp:cNvSpPr/>
      </dsp:nvSpPr>
      <dsp:spPr>
        <a:xfrm>
          <a:off x="0" y="2055960"/>
          <a:ext cx="5089759" cy="548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AE227-81E5-4C56-A419-4482D9E8D787}">
      <dsp:nvSpPr>
        <dsp:cNvPr id="0" name=""/>
        <dsp:cNvSpPr/>
      </dsp:nvSpPr>
      <dsp:spPr>
        <a:xfrm>
          <a:off x="165815" y="2179294"/>
          <a:ext cx="301482" cy="3014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DF7F9-5D96-44C7-8CD4-71AF1D0B37E4}">
      <dsp:nvSpPr>
        <dsp:cNvPr id="0" name=""/>
        <dsp:cNvSpPr/>
      </dsp:nvSpPr>
      <dsp:spPr>
        <a:xfrm>
          <a:off x="633113" y="2055960"/>
          <a:ext cx="4456645" cy="54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13" tIns="58013" rIns="58013" bIns="5801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OpenCV - </a:t>
          </a: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Used for image processing and visualization of detected keypoints</a:t>
          </a:r>
        </a:p>
      </dsp:txBody>
      <dsp:txXfrm>
        <a:off x="633113" y="2055960"/>
        <a:ext cx="4456645" cy="548150"/>
      </dsp:txXfrm>
    </dsp:sp>
    <dsp:sp modelId="{092585EE-13E4-4530-94B5-BA2FFDEA6B81}">
      <dsp:nvSpPr>
        <dsp:cNvPr id="0" name=""/>
        <dsp:cNvSpPr/>
      </dsp:nvSpPr>
      <dsp:spPr>
        <a:xfrm>
          <a:off x="0" y="2741148"/>
          <a:ext cx="5089759" cy="548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E8EAA-7F95-43F3-9F6D-D7E416751D2E}">
      <dsp:nvSpPr>
        <dsp:cNvPr id="0" name=""/>
        <dsp:cNvSpPr/>
      </dsp:nvSpPr>
      <dsp:spPr>
        <a:xfrm>
          <a:off x="165815" y="2864482"/>
          <a:ext cx="301482" cy="3014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A9A92-D681-4A93-8284-8332F1174C1E}">
      <dsp:nvSpPr>
        <dsp:cNvPr id="0" name=""/>
        <dsp:cNvSpPr/>
      </dsp:nvSpPr>
      <dsp:spPr>
        <a:xfrm>
          <a:off x="633113" y="2741148"/>
          <a:ext cx="4456645" cy="54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13" tIns="58013" rIns="58013" bIns="5801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NumPy - </a:t>
          </a: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Used for numerical computations such as distance calculation and ratio normalization</a:t>
          </a:r>
        </a:p>
      </dsp:txBody>
      <dsp:txXfrm>
        <a:off x="633113" y="2741148"/>
        <a:ext cx="4456645" cy="548150"/>
      </dsp:txXfrm>
    </dsp:sp>
    <dsp:sp modelId="{4A6C5B2F-DC79-4C6E-9F1A-B4A613BC8296}">
      <dsp:nvSpPr>
        <dsp:cNvPr id="0" name=""/>
        <dsp:cNvSpPr/>
      </dsp:nvSpPr>
      <dsp:spPr>
        <a:xfrm>
          <a:off x="0" y="3426336"/>
          <a:ext cx="5089759" cy="548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51A19-EF3F-4AA2-8A2C-33E7ED650298}">
      <dsp:nvSpPr>
        <dsp:cNvPr id="0" name=""/>
        <dsp:cNvSpPr/>
      </dsp:nvSpPr>
      <dsp:spPr>
        <a:xfrm>
          <a:off x="165815" y="3549669"/>
          <a:ext cx="301482" cy="3014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24E1A-4CA8-4839-A02C-7D9F2FB16F83}">
      <dsp:nvSpPr>
        <dsp:cNvPr id="0" name=""/>
        <dsp:cNvSpPr/>
      </dsp:nvSpPr>
      <dsp:spPr>
        <a:xfrm>
          <a:off x="633113" y="3426336"/>
          <a:ext cx="4456645" cy="54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13" tIns="58013" rIns="58013" bIns="5801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Google Colab (GPU) - </a:t>
          </a: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Used for training and testing the model with GPU acceleration</a:t>
          </a:r>
        </a:p>
      </dsp:txBody>
      <dsp:txXfrm>
        <a:off x="633113" y="3426336"/>
        <a:ext cx="4456645" cy="548150"/>
      </dsp:txXfrm>
    </dsp:sp>
    <dsp:sp modelId="{D9F2CCA4-456B-4034-A609-8CEA9EEC8770}">
      <dsp:nvSpPr>
        <dsp:cNvPr id="0" name=""/>
        <dsp:cNvSpPr/>
      </dsp:nvSpPr>
      <dsp:spPr>
        <a:xfrm>
          <a:off x="0" y="4111523"/>
          <a:ext cx="5089759" cy="548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D9B1DA-5CEE-46AA-91F9-3E8C79745FB2}">
      <dsp:nvSpPr>
        <dsp:cNvPr id="0" name=""/>
        <dsp:cNvSpPr/>
      </dsp:nvSpPr>
      <dsp:spPr>
        <a:xfrm>
          <a:off x="166743" y="4211359"/>
          <a:ext cx="301482" cy="30148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A3FE9-D159-40D5-A4A3-E9C391825D70}">
      <dsp:nvSpPr>
        <dsp:cNvPr id="0" name=""/>
        <dsp:cNvSpPr/>
      </dsp:nvSpPr>
      <dsp:spPr>
        <a:xfrm>
          <a:off x="633113" y="4111523"/>
          <a:ext cx="4456645" cy="54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13" tIns="58013" rIns="58013" bIns="5801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Gradio</a:t>
          </a: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(Frontend) - 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Used to create a user-friendly interface for uploading images and displaying results</a:t>
          </a:r>
        </a:p>
      </dsp:txBody>
      <dsp:txXfrm>
        <a:off x="633113" y="4111523"/>
        <a:ext cx="4456645" cy="5481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7FD44-6448-4DC1-9248-5A7E1E28A96E}">
      <dsp:nvSpPr>
        <dsp:cNvPr id="0" name=""/>
        <dsp:cNvSpPr/>
      </dsp:nvSpPr>
      <dsp:spPr>
        <a:xfrm>
          <a:off x="0" y="2543"/>
          <a:ext cx="55043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818AB-77F9-4726-BB1B-AA85F54F25A7}">
      <dsp:nvSpPr>
        <dsp:cNvPr id="0" name=""/>
        <dsp:cNvSpPr/>
      </dsp:nvSpPr>
      <dsp:spPr>
        <a:xfrm>
          <a:off x="0" y="2543"/>
          <a:ext cx="5504373" cy="86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YOLOv8-Pose detects </a:t>
          </a:r>
          <a:r>
            <a:rPr lang="en-US" sz="2400" b="1" i="0" kern="1200" dirty="0"/>
            <a:t>26 anatomical landmarks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543"/>
        <a:ext cx="5504373" cy="867234"/>
      </dsp:txXfrm>
    </dsp:sp>
    <dsp:sp modelId="{EED846A2-80B0-434F-A139-4D9251A13F81}">
      <dsp:nvSpPr>
        <dsp:cNvPr id="0" name=""/>
        <dsp:cNvSpPr/>
      </dsp:nvSpPr>
      <dsp:spPr>
        <a:xfrm>
          <a:off x="0" y="869777"/>
          <a:ext cx="55043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0292AC-5C30-4803-8CA8-5F897859F1C5}">
      <dsp:nvSpPr>
        <dsp:cNvPr id="0" name=""/>
        <dsp:cNvSpPr/>
      </dsp:nvSpPr>
      <dsp:spPr>
        <a:xfrm>
          <a:off x="0" y="869777"/>
          <a:ext cx="5504373" cy="86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Distances between </a:t>
          </a:r>
          <a:r>
            <a:rPr lang="en-US" sz="2400" b="0" i="0" kern="1200" dirty="0" err="1"/>
            <a:t>keypoints</a:t>
          </a:r>
          <a:r>
            <a:rPr lang="en-US" sz="2400" b="0" i="0" kern="1200" dirty="0"/>
            <a:t> are calculated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869777"/>
        <a:ext cx="5504373" cy="867234"/>
      </dsp:txXfrm>
    </dsp:sp>
    <dsp:sp modelId="{6C46BF59-40FE-4F54-A537-B6B356A1F8AB}">
      <dsp:nvSpPr>
        <dsp:cNvPr id="0" name=""/>
        <dsp:cNvSpPr/>
      </dsp:nvSpPr>
      <dsp:spPr>
        <a:xfrm>
          <a:off x="0" y="1737012"/>
          <a:ext cx="55043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D3BAF-5FB7-44A8-8650-1CDDF67353AB}">
      <dsp:nvSpPr>
        <dsp:cNvPr id="0" name=""/>
        <dsp:cNvSpPr/>
      </dsp:nvSpPr>
      <dsp:spPr>
        <a:xfrm>
          <a:off x="0" y="1737012"/>
          <a:ext cx="5504373" cy="86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Key ratios computed: </a:t>
          </a:r>
          <a:r>
            <a:rPr lang="en-US" sz="2400" b="1" i="0" kern="1200" dirty="0"/>
            <a:t>OBL/WH, HG/WH, HL/WH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737012"/>
        <a:ext cx="5504373" cy="867234"/>
      </dsp:txXfrm>
    </dsp:sp>
    <dsp:sp modelId="{501B6FE6-84E1-46D5-99F1-0A23F5744502}">
      <dsp:nvSpPr>
        <dsp:cNvPr id="0" name=""/>
        <dsp:cNvSpPr/>
      </dsp:nvSpPr>
      <dsp:spPr>
        <a:xfrm>
          <a:off x="0" y="2604247"/>
          <a:ext cx="55043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32C48-9697-41B5-99FA-6F446FA62EE9}">
      <dsp:nvSpPr>
        <dsp:cNvPr id="0" name=""/>
        <dsp:cNvSpPr/>
      </dsp:nvSpPr>
      <dsp:spPr>
        <a:xfrm>
          <a:off x="0" y="2604247"/>
          <a:ext cx="5504373" cy="86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Ratios are mapped to predefined scoring ranges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604247"/>
        <a:ext cx="5504373" cy="867234"/>
      </dsp:txXfrm>
    </dsp:sp>
    <dsp:sp modelId="{2F4D1E5C-A682-4A67-8BE3-EED774EC3585}">
      <dsp:nvSpPr>
        <dsp:cNvPr id="0" name=""/>
        <dsp:cNvSpPr/>
      </dsp:nvSpPr>
      <dsp:spPr>
        <a:xfrm>
          <a:off x="0" y="3471481"/>
          <a:ext cx="55043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8B669-317D-49EE-961E-A0D8ED4AD36F}">
      <dsp:nvSpPr>
        <dsp:cNvPr id="0" name=""/>
        <dsp:cNvSpPr/>
      </dsp:nvSpPr>
      <dsp:spPr>
        <a:xfrm>
          <a:off x="0" y="3471481"/>
          <a:ext cx="5504373" cy="86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Final ATC score is generated and categorized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471481"/>
        <a:ext cx="5504373" cy="867234"/>
      </dsp:txXfrm>
    </dsp:sp>
    <dsp:sp modelId="{4A5299A2-4A91-424A-AFD2-D9D4B508789F}">
      <dsp:nvSpPr>
        <dsp:cNvPr id="0" name=""/>
        <dsp:cNvSpPr/>
      </dsp:nvSpPr>
      <dsp:spPr>
        <a:xfrm>
          <a:off x="0" y="4338716"/>
          <a:ext cx="55043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37E1E4-D21A-4F99-9C8F-0F3D106DC88A}">
      <dsp:nvSpPr>
        <dsp:cNvPr id="0" name=""/>
        <dsp:cNvSpPr/>
      </dsp:nvSpPr>
      <dsp:spPr>
        <a:xfrm>
          <a:off x="0" y="4338716"/>
          <a:ext cx="5504373" cy="86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ATC score is interpreted and suggestions are provided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338716"/>
        <a:ext cx="5504373" cy="8672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0023D-9CB2-46F5-A8D2-CFE40BD7DC1F}">
      <dsp:nvSpPr>
        <dsp:cNvPr id="0" name=""/>
        <dsp:cNvSpPr/>
      </dsp:nvSpPr>
      <dsp:spPr>
        <a:xfrm>
          <a:off x="762273" y="32579"/>
          <a:ext cx="877279" cy="877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8E2AD8-28BC-4323-9E34-DB2463021D8B}">
      <dsp:nvSpPr>
        <dsp:cNvPr id="0" name=""/>
        <dsp:cNvSpPr/>
      </dsp:nvSpPr>
      <dsp:spPr>
        <a:xfrm>
          <a:off x="946502" y="216808"/>
          <a:ext cx="508821" cy="5088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FA5A6-5FAF-4EA3-8456-E1F14937EF25}">
      <dsp:nvSpPr>
        <dsp:cNvPr id="0" name=""/>
        <dsp:cNvSpPr/>
      </dsp:nvSpPr>
      <dsp:spPr>
        <a:xfrm>
          <a:off x="1709062" y="32579"/>
          <a:ext cx="2304829" cy="877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The system generates an </a:t>
          </a:r>
          <a:r>
            <a:rPr lang="en-US" sz="1400" b="1" i="0" kern="1200" dirty="0"/>
            <a:t>ATC score (0–1)</a:t>
          </a:r>
          <a:r>
            <a:rPr lang="en-US" sz="1400" b="0" i="0" kern="1200" dirty="0"/>
            <a:t> for each cattle image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Eg</a:t>
          </a:r>
          <a:r>
            <a:rPr lang="en-US" sz="1400" b="0" i="0" kern="1200" dirty="0" err="1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.</a:t>
          </a:r>
          <a:r>
            <a:rPr lang="en-US" sz="1400" b="0" i="0" kern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 : </a:t>
          </a:r>
          <a:r>
            <a:rPr lang="en-US" sz="1400" b="1" i="0" kern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ATC Score: 0.53 (GOOD</a:t>
          </a:r>
          <a:r>
            <a:rPr lang="en-US" sz="1400" b="1" i="0" kern="1200" dirty="0"/>
            <a:t>)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09062" y="32579"/>
        <a:ext cx="2304829" cy="877279"/>
      </dsp:txXfrm>
    </dsp:sp>
    <dsp:sp modelId="{7A82F1A9-A4AE-40D1-9BD2-7F2912EC96D7}">
      <dsp:nvSpPr>
        <dsp:cNvPr id="0" name=""/>
        <dsp:cNvSpPr/>
      </dsp:nvSpPr>
      <dsp:spPr>
        <a:xfrm>
          <a:off x="4374203" y="32579"/>
          <a:ext cx="877279" cy="877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ECA905-7EA7-406A-B66D-1D0E36787B27}">
      <dsp:nvSpPr>
        <dsp:cNvPr id="0" name=""/>
        <dsp:cNvSpPr/>
      </dsp:nvSpPr>
      <dsp:spPr>
        <a:xfrm>
          <a:off x="4558432" y="216808"/>
          <a:ext cx="508821" cy="5088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ECEA7-27F4-45F0-998B-7726C936CE12}">
      <dsp:nvSpPr>
        <dsp:cNvPr id="0" name=""/>
        <dsp:cNvSpPr/>
      </dsp:nvSpPr>
      <dsp:spPr>
        <a:xfrm>
          <a:off x="5320992" y="32579"/>
          <a:ext cx="2304829" cy="877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The score is mapped to categories: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Poor / Average / Good / Excellent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20992" y="32579"/>
        <a:ext cx="2304829" cy="877279"/>
      </dsp:txXfrm>
    </dsp:sp>
    <dsp:sp modelId="{C000717A-C900-40AA-9558-35A9AA072FE5}">
      <dsp:nvSpPr>
        <dsp:cNvPr id="0" name=""/>
        <dsp:cNvSpPr/>
      </dsp:nvSpPr>
      <dsp:spPr>
        <a:xfrm>
          <a:off x="762273" y="1604540"/>
          <a:ext cx="877279" cy="877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1D087-6EBC-4C5D-ACB4-9941C8CC44EC}">
      <dsp:nvSpPr>
        <dsp:cNvPr id="0" name=""/>
        <dsp:cNvSpPr/>
      </dsp:nvSpPr>
      <dsp:spPr>
        <a:xfrm>
          <a:off x="946502" y="1788769"/>
          <a:ext cx="508821" cy="5088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0E54E-1975-404E-9FDD-9B1F998723C5}">
      <dsp:nvSpPr>
        <dsp:cNvPr id="0" name=""/>
        <dsp:cNvSpPr/>
      </dsp:nvSpPr>
      <dsp:spPr>
        <a:xfrm>
          <a:off x="1827541" y="1604540"/>
          <a:ext cx="2067872" cy="877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also provides </a:t>
          </a: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recommendations and </a:t>
          </a:r>
          <a:r>
            <a:rPr lang="en-US" sz="14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suggestions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</a:p>
      </dsp:txBody>
      <dsp:txXfrm>
        <a:off x="1827541" y="1604540"/>
        <a:ext cx="2067872" cy="877279"/>
      </dsp:txXfrm>
    </dsp:sp>
    <dsp:sp modelId="{A796CB19-5FC2-437A-9F08-1ECA6E18DDAB}">
      <dsp:nvSpPr>
        <dsp:cNvPr id="0" name=""/>
        <dsp:cNvSpPr/>
      </dsp:nvSpPr>
      <dsp:spPr>
        <a:xfrm>
          <a:off x="4255724" y="1604540"/>
          <a:ext cx="877279" cy="877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AC908-E40C-4DC0-8948-9542C38DAACE}">
      <dsp:nvSpPr>
        <dsp:cNvPr id="0" name=""/>
        <dsp:cNvSpPr/>
      </dsp:nvSpPr>
      <dsp:spPr>
        <a:xfrm>
          <a:off x="4439953" y="1788769"/>
          <a:ext cx="508821" cy="5088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32D83-EB61-4E70-8CFF-5EE0CE835CA3}">
      <dsp:nvSpPr>
        <dsp:cNvPr id="0" name=""/>
        <dsp:cNvSpPr/>
      </dsp:nvSpPr>
      <dsp:spPr>
        <a:xfrm>
          <a:off x="5320992" y="1604540"/>
          <a:ext cx="2067872" cy="877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output is displayed through a </a:t>
          </a:r>
          <a:r>
            <a:rPr lang="en-US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Gradio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interface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making it easy for users to upload images and view results instantly</a:t>
          </a:r>
        </a:p>
      </dsp:txBody>
      <dsp:txXfrm>
        <a:off x="5320992" y="1604540"/>
        <a:ext cx="2067872" cy="877279"/>
      </dsp:txXfrm>
    </dsp:sp>
    <dsp:sp modelId="{8DA3BC91-6613-4F00-96D8-DDB2BB68A347}">
      <dsp:nvSpPr>
        <dsp:cNvPr id="0" name=""/>
        <dsp:cNvSpPr/>
      </dsp:nvSpPr>
      <dsp:spPr>
        <a:xfrm>
          <a:off x="762273" y="3176500"/>
          <a:ext cx="877279" cy="877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49910-C54A-4073-9293-4454E616DA91}">
      <dsp:nvSpPr>
        <dsp:cNvPr id="0" name=""/>
        <dsp:cNvSpPr/>
      </dsp:nvSpPr>
      <dsp:spPr>
        <a:xfrm>
          <a:off x="946502" y="3360729"/>
          <a:ext cx="508821" cy="5088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F5147-9693-4665-AF45-FC29420DEA24}">
      <dsp:nvSpPr>
        <dsp:cNvPr id="0" name=""/>
        <dsp:cNvSpPr/>
      </dsp:nvSpPr>
      <dsp:spPr>
        <a:xfrm>
          <a:off x="1827541" y="3176500"/>
          <a:ext cx="2067872" cy="877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performs 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fast inference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enabling near real-time evaluation in practical scenarios</a:t>
          </a:r>
        </a:p>
      </dsp:txBody>
      <dsp:txXfrm>
        <a:off x="1827541" y="3176500"/>
        <a:ext cx="2067872" cy="8772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D5492-A1A6-4928-80F1-34856FDAAC63}">
      <dsp:nvSpPr>
        <dsp:cNvPr id="0" name=""/>
        <dsp:cNvSpPr/>
      </dsp:nvSpPr>
      <dsp:spPr>
        <a:xfrm>
          <a:off x="0" y="1893"/>
          <a:ext cx="7993116" cy="9598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32452-6C78-47DE-B061-E959A1F9F663}">
      <dsp:nvSpPr>
        <dsp:cNvPr id="0" name=""/>
        <dsp:cNvSpPr/>
      </dsp:nvSpPr>
      <dsp:spPr>
        <a:xfrm>
          <a:off x="290366" y="217868"/>
          <a:ext cx="527938" cy="5279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3B7A5-2ECA-4538-B5B2-FEB3B301591B}">
      <dsp:nvSpPr>
        <dsp:cNvPr id="0" name=""/>
        <dsp:cNvSpPr/>
      </dsp:nvSpPr>
      <dsp:spPr>
        <a:xfrm>
          <a:off x="1108671" y="1893"/>
          <a:ext cx="6884444" cy="959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588" tIns="101588" rIns="101588" bIns="10158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Multi-view or 3D analysis</a:t>
          </a:r>
          <a:br>
            <a:rPr lang="en-US" sz="1600" kern="1200"/>
          </a:br>
          <a:r>
            <a:rPr lang="en-US" sz="1600" kern="1200"/>
            <a:t>Integrating multiple camera views or depth information to improve accuracy of structural measurements</a:t>
          </a:r>
        </a:p>
      </dsp:txBody>
      <dsp:txXfrm>
        <a:off x="1108671" y="1893"/>
        <a:ext cx="6884444" cy="959888"/>
      </dsp:txXfrm>
    </dsp:sp>
    <dsp:sp modelId="{F53D9CD4-DEF9-4BBE-850B-40E300D49230}">
      <dsp:nvSpPr>
        <dsp:cNvPr id="0" name=""/>
        <dsp:cNvSpPr/>
      </dsp:nvSpPr>
      <dsp:spPr>
        <a:xfrm>
          <a:off x="0" y="1201754"/>
          <a:ext cx="7993116" cy="9598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A2F19-1869-447B-8418-4D8F02914E1A}">
      <dsp:nvSpPr>
        <dsp:cNvPr id="0" name=""/>
        <dsp:cNvSpPr/>
      </dsp:nvSpPr>
      <dsp:spPr>
        <a:xfrm>
          <a:off x="290366" y="1417729"/>
          <a:ext cx="527938" cy="5279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1712C-DF04-4369-AC49-6CE980B1DC92}">
      <dsp:nvSpPr>
        <dsp:cNvPr id="0" name=""/>
        <dsp:cNvSpPr/>
      </dsp:nvSpPr>
      <dsp:spPr>
        <a:xfrm>
          <a:off x="1108671" y="1201754"/>
          <a:ext cx="6884444" cy="959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588" tIns="101588" rIns="101588" bIns="10158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Larger and more diverse dataset</a:t>
          </a:r>
          <a:br>
            <a:rPr lang="en-US" sz="1600" kern="1200"/>
          </a:br>
          <a:r>
            <a:rPr lang="en-US" sz="1600" kern="1200"/>
            <a:t>Expanding the dataset with different cattle breeds, ages, and farm conditions to improve model generalization</a:t>
          </a:r>
        </a:p>
      </dsp:txBody>
      <dsp:txXfrm>
        <a:off x="1108671" y="1201754"/>
        <a:ext cx="6884444" cy="959888"/>
      </dsp:txXfrm>
    </dsp:sp>
    <dsp:sp modelId="{0024450D-2DB9-4E41-8853-975A86D6B7E9}">
      <dsp:nvSpPr>
        <dsp:cNvPr id="0" name=""/>
        <dsp:cNvSpPr/>
      </dsp:nvSpPr>
      <dsp:spPr>
        <a:xfrm>
          <a:off x="0" y="2401615"/>
          <a:ext cx="7993116" cy="9598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74EBA-D1AA-4C9E-B6ED-6DBC4C38F8CE}">
      <dsp:nvSpPr>
        <dsp:cNvPr id="0" name=""/>
        <dsp:cNvSpPr/>
      </dsp:nvSpPr>
      <dsp:spPr>
        <a:xfrm>
          <a:off x="290366" y="2617589"/>
          <a:ext cx="527938" cy="5279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59294-2034-477D-955A-9C12B6AC1213}">
      <dsp:nvSpPr>
        <dsp:cNvPr id="0" name=""/>
        <dsp:cNvSpPr/>
      </dsp:nvSpPr>
      <dsp:spPr>
        <a:xfrm>
          <a:off x="1108671" y="2401615"/>
          <a:ext cx="6884444" cy="959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588" tIns="101588" rIns="101588" bIns="10158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Mobile application development</a:t>
          </a:r>
          <a:br>
            <a:rPr lang="en-US" sz="1600" kern="1200"/>
          </a:br>
          <a:r>
            <a:rPr lang="en-US" sz="1600" kern="1200"/>
            <a:t>Developing a mobile-based interface for easy use by farmers in real-time field conditions</a:t>
          </a:r>
        </a:p>
      </dsp:txBody>
      <dsp:txXfrm>
        <a:off x="1108671" y="2401615"/>
        <a:ext cx="6884444" cy="959888"/>
      </dsp:txXfrm>
    </dsp:sp>
    <dsp:sp modelId="{69680CB4-141E-4E53-BFEF-26F4CD2A1270}">
      <dsp:nvSpPr>
        <dsp:cNvPr id="0" name=""/>
        <dsp:cNvSpPr/>
      </dsp:nvSpPr>
      <dsp:spPr>
        <a:xfrm>
          <a:off x="0" y="3601475"/>
          <a:ext cx="7993116" cy="9598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165B6-D713-466C-8BDB-6C793A2AFB26}">
      <dsp:nvSpPr>
        <dsp:cNvPr id="0" name=""/>
        <dsp:cNvSpPr/>
      </dsp:nvSpPr>
      <dsp:spPr>
        <a:xfrm>
          <a:off x="290366" y="3817450"/>
          <a:ext cx="527938" cy="5279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3D70E-8E69-4781-BDAB-A5EF1A390ACB}">
      <dsp:nvSpPr>
        <dsp:cNvPr id="0" name=""/>
        <dsp:cNvSpPr/>
      </dsp:nvSpPr>
      <dsp:spPr>
        <a:xfrm>
          <a:off x="1108671" y="3601475"/>
          <a:ext cx="6884444" cy="959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588" tIns="101588" rIns="101588" bIns="10158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Expert-based ATC calibration</a:t>
          </a:r>
          <a:br>
            <a:rPr lang="en-US" sz="1600" kern="1200"/>
          </a:br>
          <a:r>
            <a:rPr lang="en-US" sz="1600" kern="1200"/>
            <a:t>Aligning the scoring system with expert evaluations to improve reliability and practical acceptance</a:t>
          </a:r>
        </a:p>
      </dsp:txBody>
      <dsp:txXfrm>
        <a:off x="1108671" y="3601475"/>
        <a:ext cx="6884444" cy="9598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E6F4B1-143D-47EC-8749-EE4350D60344}">
      <dsp:nvSpPr>
        <dsp:cNvPr id="0" name=""/>
        <dsp:cNvSpPr/>
      </dsp:nvSpPr>
      <dsp:spPr>
        <a:xfrm>
          <a:off x="0" y="66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9C14C-EABD-411D-BB43-6E5916C5C327}">
      <dsp:nvSpPr>
        <dsp:cNvPr id="0" name=""/>
        <dsp:cNvSpPr/>
      </dsp:nvSpPr>
      <dsp:spPr>
        <a:xfrm>
          <a:off x="0" y="666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[1] H. Chen et al., “Livestock biometrics via computer vision: A review,” </a:t>
          </a:r>
          <a:r>
            <a:rPr lang="en-US" sz="1000" i="1" kern="1200"/>
            <a:t>Animals</a:t>
          </a:r>
          <a:r>
            <a:rPr lang="en-US" sz="1000" kern="1200"/>
            <a:t>, 2024. </a:t>
          </a:r>
        </a:p>
      </dsp:txBody>
      <dsp:txXfrm>
        <a:off x="0" y="666"/>
        <a:ext cx="8229600" cy="364086"/>
      </dsp:txXfrm>
    </dsp:sp>
    <dsp:sp modelId="{DAB012A2-DB63-44E7-8BB3-46593D586270}">
      <dsp:nvSpPr>
        <dsp:cNvPr id="0" name=""/>
        <dsp:cNvSpPr/>
      </dsp:nvSpPr>
      <dsp:spPr>
        <a:xfrm>
          <a:off x="0" y="36475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DE80A-A780-4476-90D4-2D68122B35D9}">
      <dsp:nvSpPr>
        <dsp:cNvPr id="0" name=""/>
        <dsp:cNvSpPr/>
      </dsp:nvSpPr>
      <dsp:spPr>
        <a:xfrm>
          <a:off x="0" y="364753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[2] J. Huang et al., “Multicow pose estimation for dairy monitoring,” </a:t>
          </a:r>
          <a:r>
            <a:rPr lang="en-US" sz="1000" i="1" kern="1200"/>
            <a:t>PLOS ONE</a:t>
          </a:r>
          <a:r>
            <a:rPr lang="en-US" sz="1000" kern="1200"/>
            <a:t>, vol. 17, no. 6, 2022. </a:t>
          </a:r>
        </a:p>
      </dsp:txBody>
      <dsp:txXfrm>
        <a:off x="0" y="364753"/>
        <a:ext cx="8229600" cy="364086"/>
      </dsp:txXfrm>
    </dsp:sp>
    <dsp:sp modelId="{D6E37712-8C67-45D8-A9E5-4AED0EBB6990}">
      <dsp:nvSpPr>
        <dsp:cNvPr id="0" name=""/>
        <dsp:cNvSpPr/>
      </dsp:nvSpPr>
      <dsp:spPr>
        <a:xfrm>
          <a:off x="0" y="72884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266E5-7DD0-4E0B-8C34-9FAAFEBE5EAA}">
      <dsp:nvSpPr>
        <dsp:cNvPr id="0" name=""/>
        <dsp:cNvSpPr/>
      </dsp:nvSpPr>
      <dsp:spPr>
        <a:xfrm>
          <a:off x="0" y="728840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[3] A. Kumar et al., “Deep learning for visual animal monitoring: A review,” 2023. </a:t>
          </a:r>
        </a:p>
      </dsp:txBody>
      <dsp:txXfrm>
        <a:off x="0" y="728840"/>
        <a:ext cx="8229600" cy="364086"/>
      </dsp:txXfrm>
    </dsp:sp>
    <dsp:sp modelId="{F5A0F390-3AFB-45A3-9D61-D0A3A64E3453}">
      <dsp:nvSpPr>
        <dsp:cNvPr id="0" name=""/>
        <dsp:cNvSpPr/>
      </dsp:nvSpPr>
      <dsp:spPr>
        <a:xfrm>
          <a:off x="0" y="109292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B152B-21F8-4AFE-838A-E2C36490D843}">
      <dsp:nvSpPr>
        <dsp:cNvPr id="0" name=""/>
        <dsp:cNvSpPr/>
      </dsp:nvSpPr>
      <dsp:spPr>
        <a:xfrm>
          <a:off x="0" y="1092927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[4] Y. Li et al., “Lightweight cattle pose estimation with attention mechanism,” 2024. </a:t>
          </a:r>
        </a:p>
      </dsp:txBody>
      <dsp:txXfrm>
        <a:off x="0" y="1092927"/>
        <a:ext cx="8229600" cy="364086"/>
      </dsp:txXfrm>
    </dsp:sp>
    <dsp:sp modelId="{57BD39E4-1195-4707-9C07-E0B343524883}">
      <dsp:nvSpPr>
        <dsp:cNvPr id="0" name=""/>
        <dsp:cNvSpPr/>
      </dsp:nvSpPr>
      <dsp:spPr>
        <a:xfrm>
          <a:off x="0" y="145701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884DF-2964-4BE9-ADBE-4787AA4D0344}">
      <dsp:nvSpPr>
        <dsp:cNvPr id="0" name=""/>
        <dsp:cNvSpPr/>
      </dsp:nvSpPr>
      <dsp:spPr>
        <a:xfrm>
          <a:off x="0" y="1457014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[5] W. Ma et al., “Computer vision-based measurement techniques for livestock body dimension and weight: A review,” </a:t>
          </a:r>
          <a:r>
            <a:rPr lang="en-US" sz="1000" i="1" kern="1200"/>
            <a:t>Agriculture</a:t>
          </a:r>
          <a:r>
            <a:rPr lang="en-US" sz="1000" kern="1200"/>
            <a:t>, 2024. </a:t>
          </a:r>
        </a:p>
      </dsp:txBody>
      <dsp:txXfrm>
        <a:off x="0" y="1457014"/>
        <a:ext cx="8229600" cy="364086"/>
      </dsp:txXfrm>
    </dsp:sp>
    <dsp:sp modelId="{A3AAE787-58CB-4D4A-A649-D24018AB33E6}">
      <dsp:nvSpPr>
        <dsp:cNvPr id="0" name=""/>
        <dsp:cNvSpPr/>
      </dsp:nvSpPr>
      <dsp:spPr>
        <a:xfrm>
          <a:off x="0" y="182110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58A8B-5B84-40E5-856D-9F9172A39D5F}">
      <dsp:nvSpPr>
        <dsp:cNvPr id="0" name=""/>
        <dsp:cNvSpPr/>
      </dsp:nvSpPr>
      <dsp:spPr>
        <a:xfrm>
          <a:off x="0" y="1821101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[6] W. Ma et al., “Computer-vision-based sensing technologies for livestock body dimension measurement: A survey,” </a:t>
          </a:r>
          <a:r>
            <a:rPr lang="en-US" sz="1000" i="1" kern="1200"/>
            <a:t>Sensors</a:t>
          </a:r>
          <a:r>
            <a:rPr lang="en-US" sz="1000" kern="1200"/>
            <a:t>, 2024. </a:t>
          </a:r>
        </a:p>
      </dsp:txBody>
      <dsp:txXfrm>
        <a:off x="0" y="1821101"/>
        <a:ext cx="8229600" cy="364086"/>
      </dsp:txXfrm>
    </dsp:sp>
    <dsp:sp modelId="{8F7B92B5-8B1B-4482-80C9-24670B846868}">
      <dsp:nvSpPr>
        <dsp:cNvPr id="0" name=""/>
        <dsp:cNvSpPr/>
      </dsp:nvSpPr>
      <dsp:spPr>
        <a:xfrm>
          <a:off x="0" y="218518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775AA-A396-491C-8B88-5888EF97B5EE}">
      <dsp:nvSpPr>
        <dsp:cNvPr id="0" name=""/>
        <dsp:cNvSpPr/>
      </dsp:nvSpPr>
      <dsp:spPr>
        <a:xfrm>
          <a:off x="0" y="2185188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[7] C. Peng et al., “Automated measurement of cattle dimensions using improved keypoint detection combined with unilateral depth imaging,” </a:t>
          </a:r>
          <a:r>
            <a:rPr lang="en-US" sz="1000" i="1" kern="1200"/>
            <a:t>Animals</a:t>
          </a:r>
          <a:r>
            <a:rPr lang="en-US" sz="1000" kern="1200"/>
            <a:t>, 2024. </a:t>
          </a:r>
        </a:p>
      </dsp:txBody>
      <dsp:txXfrm>
        <a:off x="0" y="2185188"/>
        <a:ext cx="8229600" cy="364086"/>
      </dsp:txXfrm>
    </dsp:sp>
    <dsp:sp modelId="{9E0D3ABF-6897-49EB-AAC9-3F36C8C14023}">
      <dsp:nvSpPr>
        <dsp:cNvPr id="0" name=""/>
        <dsp:cNvSpPr/>
      </dsp:nvSpPr>
      <dsp:spPr>
        <a:xfrm>
          <a:off x="0" y="254927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3E851-006B-4CEA-9562-37F96CB68F98}">
      <dsp:nvSpPr>
        <dsp:cNvPr id="0" name=""/>
        <dsp:cNvSpPr/>
      </dsp:nvSpPr>
      <dsp:spPr>
        <a:xfrm>
          <a:off x="0" y="2549275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[8] H. Russello et al., “T-LEAP: Occlusion-robust pose estimation of walking cows using temporal information,” 2021. </a:t>
          </a:r>
        </a:p>
      </dsp:txBody>
      <dsp:txXfrm>
        <a:off x="0" y="2549275"/>
        <a:ext cx="8229600" cy="364086"/>
      </dsp:txXfrm>
    </dsp:sp>
    <dsp:sp modelId="{DAD7C203-5675-49A8-B046-FA6B45E1E929}">
      <dsp:nvSpPr>
        <dsp:cNvPr id="0" name=""/>
        <dsp:cNvSpPr/>
      </dsp:nvSpPr>
      <dsp:spPr>
        <a:xfrm>
          <a:off x="0" y="291336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3A0E0-684D-458A-86C9-D03880A8D999}">
      <dsp:nvSpPr>
        <dsp:cNvPr id="0" name=""/>
        <dsp:cNvSpPr/>
      </dsp:nvSpPr>
      <dsp:spPr>
        <a:xfrm>
          <a:off x="0" y="2913361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[9] S. Song et al., “Deep learning lameness scoring in dairy cattle using keypoints,” 2023. </a:t>
          </a:r>
        </a:p>
      </dsp:txBody>
      <dsp:txXfrm>
        <a:off x="0" y="2913361"/>
        <a:ext cx="8229600" cy="364086"/>
      </dsp:txXfrm>
    </dsp:sp>
    <dsp:sp modelId="{EB235218-1FB7-42B2-B021-93F73D3E1166}">
      <dsp:nvSpPr>
        <dsp:cNvPr id="0" name=""/>
        <dsp:cNvSpPr/>
      </dsp:nvSpPr>
      <dsp:spPr>
        <a:xfrm>
          <a:off x="0" y="327744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1F48A-AFFC-4C55-B9B1-07A1B4329903}">
      <dsp:nvSpPr>
        <dsp:cNvPr id="0" name=""/>
        <dsp:cNvSpPr/>
      </dsp:nvSpPr>
      <dsp:spPr>
        <a:xfrm>
          <a:off x="0" y="3277448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[10] S. Wang et al., “Lightweight automatic cattle body measurement method based on keypoint detection,” 2024. </a:t>
          </a:r>
        </a:p>
      </dsp:txBody>
      <dsp:txXfrm>
        <a:off x="0" y="3277448"/>
        <a:ext cx="8229600" cy="364086"/>
      </dsp:txXfrm>
    </dsp:sp>
    <dsp:sp modelId="{4AC99028-2343-4A38-954F-3A93A077CF92}">
      <dsp:nvSpPr>
        <dsp:cNvPr id="0" name=""/>
        <dsp:cNvSpPr/>
      </dsp:nvSpPr>
      <dsp:spPr>
        <a:xfrm>
          <a:off x="0" y="364153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DFC87-CA43-4AE6-B675-04EFA421437C}">
      <dsp:nvSpPr>
        <dsp:cNvPr id="0" name=""/>
        <dsp:cNvSpPr/>
      </dsp:nvSpPr>
      <dsp:spPr>
        <a:xfrm>
          <a:off x="0" y="3641535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[11] Z. Wu et al., “Consistent multi-animal pose estimation in cattle,” 2025. </a:t>
          </a:r>
        </a:p>
      </dsp:txBody>
      <dsp:txXfrm>
        <a:off x="0" y="3641535"/>
        <a:ext cx="8229600" cy="364086"/>
      </dsp:txXfrm>
    </dsp:sp>
    <dsp:sp modelId="{F85263F3-B6C9-480A-A75F-9F174FF35ECD}">
      <dsp:nvSpPr>
        <dsp:cNvPr id="0" name=""/>
        <dsp:cNvSpPr/>
      </dsp:nvSpPr>
      <dsp:spPr>
        <a:xfrm>
          <a:off x="0" y="400562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3A753-3361-418C-AAA8-7F38CF21DFEF}">
      <dsp:nvSpPr>
        <dsp:cNvPr id="0" name=""/>
        <dsp:cNvSpPr/>
      </dsp:nvSpPr>
      <dsp:spPr>
        <a:xfrm>
          <a:off x="0" y="4005622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[12] Z. Wu et al., “Multi-view fusion-based automated full-posture cattle body size measurement,” </a:t>
          </a:r>
          <a:r>
            <a:rPr lang="en-US" sz="1000" i="1" kern="1200"/>
            <a:t>Animals</a:t>
          </a:r>
          <a:r>
            <a:rPr lang="en-US" sz="1000" kern="1200"/>
            <a:t>, 2024. </a:t>
          </a:r>
        </a:p>
      </dsp:txBody>
      <dsp:txXfrm>
        <a:off x="0" y="4005622"/>
        <a:ext cx="8229600" cy="364086"/>
      </dsp:txXfrm>
    </dsp:sp>
    <dsp:sp modelId="{B6C62A3C-0A20-4A90-B738-88503AEC25B6}">
      <dsp:nvSpPr>
        <dsp:cNvPr id="0" name=""/>
        <dsp:cNvSpPr/>
      </dsp:nvSpPr>
      <dsp:spPr>
        <a:xfrm>
          <a:off x="0" y="43697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526E7-AEAF-493E-B73B-F45FE0D508F7}">
      <dsp:nvSpPr>
        <dsp:cNvPr id="0" name=""/>
        <dsp:cNvSpPr/>
      </dsp:nvSpPr>
      <dsp:spPr>
        <a:xfrm>
          <a:off x="0" y="4369709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[13] C. Yue et al., “Automatic and accurate measurement of cattle body based on a lightweight YOLOv8-pose model and 3D point cloud,” 2024. </a:t>
          </a:r>
        </a:p>
      </dsp:txBody>
      <dsp:txXfrm>
        <a:off x="0" y="4369709"/>
        <a:ext cx="8229600" cy="364086"/>
      </dsp:txXfrm>
    </dsp:sp>
    <dsp:sp modelId="{FE56C965-A24C-4CF8-94C8-C267B8E36027}">
      <dsp:nvSpPr>
        <dsp:cNvPr id="0" name=""/>
        <dsp:cNvSpPr/>
      </dsp:nvSpPr>
      <dsp:spPr>
        <a:xfrm>
          <a:off x="0" y="473379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68400-7FC1-47F7-8A21-2CCE1F68CEE2}">
      <dsp:nvSpPr>
        <dsp:cNvPr id="0" name=""/>
        <dsp:cNvSpPr/>
      </dsp:nvSpPr>
      <dsp:spPr>
        <a:xfrm>
          <a:off x="0" y="4733796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[14] C. Yue et al., “Automatic and accurate measurement of cattle body based on lightweight YOLOv8-pose,” 2024. </a:t>
          </a:r>
        </a:p>
      </dsp:txBody>
      <dsp:txXfrm>
        <a:off x="0" y="4733796"/>
        <a:ext cx="8229600" cy="364086"/>
      </dsp:txXfrm>
    </dsp:sp>
    <dsp:sp modelId="{A564E582-2291-4A25-8787-B05B5F42484D}">
      <dsp:nvSpPr>
        <dsp:cNvPr id="0" name=""/>
        <dsp:cNvSpPr/>
      </dsp:nvSpPr>
      <dsp:spPr>
        <a:xfrm>
          <a:off x="0" y="509788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89A4A-C6D4-4D0F-9D2E-64B6DCA73F15}">
      <dsp:nvSpPr>
        <dsp:cNvPr id="0" name=""/>
        <dsp:cNvSpPr/>
      </dsp:nvSpPr>
      <dsp:spPr>
        <a:xfrm>
          <a:off x="0" y="5097883"/>
          <a:ext cx="8229600" cy="364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[15] Z. Zhang et al., “Multi-cattle lameness detection via pose estimation and machine learning,” </a:t>
          </a:r>
          <a:r>
            <a:rPr lang="en-US" sz="1000" i="1" kern="1200"/>
            <a:t>Scientific Reports</a:t>
          </a:r>
          <a:r>
            <a:rPr lang="en-US" sz="1000" kern="1200"/>
            <a:t>, 2023. </a:t>
          </a:r>
        </a:p>
      </dsp:txBody>
      <dsp:txXfrm>
        <a:off x="0" y="5097883"/>
        <a:ext cx="8229600" cy="364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6B0D1E-4ACE-9F89-7908-4B814C7C6F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FE4B0-9F7F-2F1C-95E7-186406F7C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84E6D-1EFB-4A93-A535-DAFF1733E8F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01458-9EAB-9D40-5047-BB3C14FE27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6771A-0522-C710-9C8F-6F20A7BE44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26E9B-B415-4793-BD3B-4858708A7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541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9C38D-859C-409F-BB52-8152418F1BE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85A0D-D58A-41F0-94CF-348780327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662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85A0D-D58A-41F0-94CF-348780327C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02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85A0D-D58A-41F0-94CF-348780327C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3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AB8E3-D725-46AE-8CF7-FAF0030E6F4C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80A25-077A-435D-B942-BB88BA65533F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97E2A-2D73-8689-3354-C7DD21C42D85}"/>
              </a:ext>
            </a:extLst>
          </p:cNvPr>
          <p:cNvSpPr txBox="1"/>
          <p:nvPr userDrawn="1"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60BDA-5376-0474-D9F4-0577FEE24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03B1-6E0A-43F4-A020-175211E80E11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C6C20-2D0A-1AEB-0419-7840453D1E65}"/>
              </a:ext>
            </a:extLst>
          </p:cNvPr>
          <p:cNvSpPr txBox="1"/>
          <p:nvPr userDrawn="1"/>
        </p:nvSpPr>
        <p:spPr>
          <a:xfrm>
            <a:off x="730838" y="0"/>
            <a:ext cx="8413162" cy="89255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rgbClr val="FF0000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rgbClr val="FFFF00"/>
                </a:solidFill>
                <a:latin typeface="+mn-lt"/>
                <a:ea typeface="+mn-ea"/>
                <a:cs typeface="+mn-cs"/>
              </a:rPr>
              <a:t>“TITLE </a:t>
            </a:r>
          </a:p>
          <a:p>
            <a:pPr algn="ctr"/>
            <a:r>
              <a:rPr lang="en-US" sz="1800" b="1" i="0" kern="1200" dirty="0">
                <a:solidFill>
                  <a:srgbClr val="FFFF00"/>
                </a:solidFill>
                <a:latin typeface="+mn-lt"/>
                <a:ea typeface="+mn-ea"/>
                <a:cs typeface="+mn-cs"/>
              </a:rPr>
              <a:t>XXX</a:t>
            </a:r>
            <a:r>
              <a:rPr lang="en-US" sz="1800" b="1" dirty="0">
                <a:solidFill>
                  <a:srgbClr val="FFFF00"/>
                </a:solidFill>
              </a:rPr>
              <a:t>“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7383E-115D-9619-4944-068273E47F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42B3-AC9E-4A3B-909C-EB11A0CE4025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63119-66D3-6BE1-63B6-BA61F5A42B7E}"/>
              </a:ext>
            </a:extLst>
          </p:cNvPr>
          <p:cNvSpPr txBox="1"/>
          <p:nvPr userDrawn="1"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EC39A8-EF11-DD8D-41E5-53A677BB5B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98A3-B281-488B-A1AD-0BC7E3F8AE2C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41EF-661E-4E7F-B793-6EF39C54FAA8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163D-FA13-4EDA-92C5-D51AF6951D42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5FB7-16B3-4335-85C1-3FC978992498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CFB52-F513-D438-9483-A12EFF98CD2B}"/>
              </a:ext>
            </a:extLst>
          </p:cNvPr>
          <p:cNvSpPr txBox="1"/>
          <p:nvPr userDrawn="1"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9CC78F-C2CC-3EDE-A898-E945026339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E09D5-0676-4A55-A72F-32D453FCAEC4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82135-0B9E-235E-3F09-32B4BFDB78BD}"/>
              </a:ext>
            </a:extLst>
          </p:cNvPr>
          <p:cNvSpPr txBox="1"/>
          <p:nvPr userDrawn="1"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9FC990-AE90-D835-50E4-E77CB17EF4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9234-CB9B-499A-A213-3D6E169B8665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620AE6-1CA3-29AC-5388-2E77E8989D3D}"/>
              </a:ext>
            </a:extLst>
          </p:cNvPr>
          <p:cNvSpPr txBox="1"/>
          <p:nvPr userDrawn="1"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02CC2-519E-A88A-12FD-7B8BC61E0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B885-73D8-4DE6-B88C-18B41C6F0878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E2CCF-0791-4DBF-AA85-D5C037D81CD7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7CCFD7-2A4D-C9B9-3772-93C314EB46C5}"/>
              </a:ext>
            </a:extLst>
          </p:cNvPr>
          <p:cNvSpPr/>
          <p:nvPr/>
        </p:nvSpPr>
        <p:spPr>
          <a:xfrm>
            <a:off x="0" y="443567"/>
            <a:ext cx="9067800" cy="589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 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Presentation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25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endParaRPr lang="en-IN" sz="2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algn="ctr"/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Sriya Padhy ( Regd. No. : 22UG010750 )</a:t>
            </a:r>
          </a:p>
          <a:p>
            <a:pPr algn="ctr"/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Tina Begum ( Regd. No. : 22UG010911 )</a:t>
            </a:r>
          </a:p>
          <a:p>
            <a:pPr algn="ctr"/>
            <a:endParaRPr lang="en-IN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nder the guidance of </a:t>
            </a:r>
          </a:p>
          <a:p>
            <a:pPr algn="ctr"/>
            <a:r>
              <a:rPr lang="en-US" sz="20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V. S. K. Chaitanya</a:t>
            </a:r>
            <a:endParaRPr lang="en-IN" sz="20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Department of CSE, GIET University</a:t>
            </a:r>
          </a:p>
          <a:p>
            <a:pPr algn="ctr"/>
            <a:endParaRPr lang="en-IN" sz="28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</a:p>
          <a:p>
            <a:pPr algn="ctr"/>
            <a:endParaRPr lang="en-IN" sz="28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Gandhi Institute of Engineering and Technology University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April</a:t>
            </a: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B92B3-FE12-47AA-3B84-CFE84E2219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4038600"/>
            <a:ext cx="1905000" cy="164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24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1352" y="747512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dirty="0">
                <a:latin typeface="Amasis MT Pro Black" panose="02040A04050005020304" pitchFamily="18" charset="0"/>
              </a:rPr>
              <a:t>Problem Statement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155" y="2324912"/>
            <a:ext cx="4316361" cy="4361023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n-US" sz="1600" dirty="0"/>
              <a:t>Animal Type Classification (ATC) is traditionally performed manually by trained experts</a:t>
            </a:r>
          </a:p>
          <a:p>
            <a:pPr algn="just"/>
            <a:r>
              <a:rPr lang="en-US" sz="1600" dirty="0"/>
              <a:t>The process is subjective, time-consuming, and prone to human error</a:t>
            </a:r>
          </a:p>
          <a:p>
            <a:pPr algn="just"/>
            <a:r>
              <a:rPr lang="en-US" sz="1600" dirty="0"/>
              <a:t>Inconsistent evaluations affect breeding decisions and productivity</a:t>
            </a:r>
          </a:p>
          <a:p>
            <a:pPr algn="just"/>
            <a:r>
              <a:rPr lang="en-US" sz="1600" dirty="0"/>
              <a:t>Existing AI methods focus only on detection or measurement</a:t>
            </a:r>
          </a:p>
          <a:p>
            <a:pPr algn="just"/>
            <a:r>
              <a:rPr lang="en-US" sz="1600" dirty="0"/>
              <a:t>They do not provide standardized ATC scoring</a:t>
            </a:r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  <a:p>
            <a:pPr marL="0" indent="0" algn="just">
              <a:buNone/>
            </a:pPr>
            <a:r>
              <a:rPr lang="en-US" sz="1900" dirty="0"/>
              <a:t>Hence there is a need for an automated, image-based system for objective ATC scoring.</a:t>
            </a:r>
          </a:p>
        </p:txBody>
      </p:sp>
      <p:pic>
        <p:nvPicPr>
          <p:cNvPr id="8" name="Picture 7" descr="Cows outdoor">
            <a:extLst>
              <a:ext uri="{FF2B5EF4-FFF2-40B4-BE49-F238E27FC236}">
                <a16:creationId xmlns:a16="http://schemas.microsoft.com/office/drawing/2014/main" id="{B8B4F35F-6E24-9853-E41C-DB386B801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94" r="3355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96A2C-5B76-8B19-8811-AC36601B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A870A4-51A3-FAA3-6430-91A7CA3E7750}"/>
              </a:ext>
            </a:extLst>
          </p:cNvPr>
          <p:cNvSpPr txBox="1"/>
          <p:nvPr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0E23F-C0FE-8382-4E77-B9E91E24D2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55" y="2324912"/>
            <a:ext cx="4326193" cy="4351191"/>
          </a:xfrm>
        </p:spPr>
        <p:txBody>
          <a:bodyPr anchor="ctr">
            <a:normAutofit fontScale="40000" lnSpcReduction="20000"/>
          </a:bodyPr>
          <a:lstStyle/>
          <a:p>
            <a:pPr marL="0" indent="0" algn="just">
              <a:buNone/>
            </a:pPr>
            <a:r>
              <a:rPr lang="en-US" dirty="0"/>
              <a:t>The primary objectives of this project are:</a:t>
            </a:r>
          </a:p>
          <a:p>
            <a:pPr marL="0" indent="0" algn="just">
              <a:buNone/>
            </a:pPr>
            <a:r>
              <a:rPr lang="en-US" dirty="0"/>
              <a:t> </a:t>
            </a:r>
          </a:p>
          <a:p>
            <a:pPr algn="just">
              <a:lnSpc>
                <a:spcPct val="170000"/>
              </a:lnSpc>
            </a:pPr>
            <a:r>
              <a:rPr lang="en-US" sz="3500" dirty="0"/>
              <a:t>To automate the Animal Type Classification process for cattle using AI and image processing. </a:t>
            </a:r>
          </a:p>
          <a:p>
            <a:pPr algn="just">
              <a:lnSpc>
                <a:spcPct val="170000"/>
              </a:lnSpc>
            </a:pPr>
            <a:r>
              <a:rPr lang="en-US" sz="3500" dirty="0"/>
              <a:t>To reduce subjectivity, bias, and human error present in manual ATC methods. </a:t>
            </a:r>
          </a:p>
          <a:p>
            <a:pPr algn="just">
              <a:lnSpc>
                <a:spcPct val="170000"/>
              </a:lnSpc>
            </a:pPr>
            <a:r>
              <a:rPr lang="en-US" sz="3500" dirty="0"/>
              <a:t>To accurately detect anatomical landmarks and extract key body structure parameters. </a:t>
            </a:r>
          </a:p>
          <a:p>
            <a:pPr algn="just">
              <a:lnSpc>
                <a:spcPct val="170000"/>
              </a:lnSpc>
            </a:pPr>
            <a:r>
              <a:rPr lang="en-US" sz="3500" dirty="0"/>
              <a:t>To generate standardized and reproducible ATC scores. </a:t>
            </a:r>
          </a:p>
          <a:p>
            <a:pPr algn="just">
              <a:lnSpc>
                <a:spcPct val="170000"/>
              </a:lnSpc>
            </a:pPr>
            <a:r>
              <a:rPr lang="en-US" sz="3500" dirty="0"/>
              <a:t>To support scientific decision-making in breeding programs . </a:t>
            </a:r>
          </a:p>
        </p:txBody>
      </p:sp>
      <p:pic>
        <p:nvPicPr>
          <p:cNvPr id="5" name="Picture 4" descr="Cows eating from trough">
            <a:extLst>
              <a:ext uri="{FF2B5EF4-FFF2-40B4-BE49-F238E27FC236}">
                <a16:creationId xmlns:a16="http://schemas.microsoft.com/office/drawing/2014/main" id="{CC5FF34F-9205-9AC0-563D-DB8907104E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38" r="28312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3C2D3-74D7-8106-07BA-CB51A5C0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B179B-8999-6EF5-1841-9D0447DE14F8}"/>
              </a:ext>
            </a:extLst>
          </p:cNvPr>
          <p:cNvSpPr txBox="1"/>
          <p:nvPr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7289B0-2D88-1FFA-DA7A-5BA1ED6B5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662C-5550-493D-687C-7CA9D0A7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C0AA-F153-0FC2-853E-7FF3240696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247" y="685800"/>
            <a:ext cx="8229600" cy="5057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Literature Review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891F32-1D7F-3FBC-5993-6FE208BA4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827773"/>
              </p:ext>
            </p:extLst>
          </p:nvPr>
        </p:nvGraphicFramePr>
        <p:xfrm>
          <a:off x="304799" y="1191544"/>
          <a:ext cx="8516496" cy="471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562">
                  <a:extLst>
                    <a:ext uri="{9D8B030D-6E8A-4147-A177-3AD203B41FA5}">
                      <a16:colId xmlns:a16="http://schemas.microsoft.com/office/drawing/2014/main" val="2411978936"/>
                    </a:ext>
                  </a:extLst>
                </a:gridCol>
                <a:gridCol w="1472451">
                  <a:extLst>
                    <a:ext uri="{9D8B030D-6E8A-4147-A177-3AD203B41FA5}">
                      <a16:colId xmlns:a16="http://schemas.microsoft.com/office/drawing/2014/main" val="1974166732"/>
                    </a:ext>
                  </a:extLst>
                </a:gridCol>
                <a:gridCol w="842682">
                  <a:extLst>
                    <a:ext uri="{9D8B030D-6E8A-4147-A177-3AD203B41FA5}">
                      <a16:colId xmlns:a16="http://schemas.microsoft.com/office/drawing/2014/main" val="2687557283"/>
                    </a:ext>
                  </a:extLst>
                </a:gridCol>
                <a:gridCol w="1272988">
                  <a:extLst>
                    <a:ext uri="{9D8B030D-6E8A-4147-A177-3AD203B41FA5}">
                      <a16:colId xmlns:a16="http://schemas.microsoft.com/office/drawing/2014/main" val="3296420738"/>
                    </a:ext>
                  </a:extLst>
                </a:gridCol>
                <a:gridCol w="1039906">
                  <a:extLst>
                    <a:ext uri="{9D8B030D-6E8A-4147-A177-3AD203B41FA5}">
                      <a16:colId xmlns:a16="http://schemas.microsoft.com/office/drawing/2014/main" val="1486276794"/>
                    </a:ext>
                  </a:extLst>
                </a:gridCol>
                <a:gridCol w="1013012">
                  <a:extLst>
                    <a:ext uri="{9D8B030D-6E8A-4147-A177-3AD203B41FA5}">
                      <a16:colId xmlns:a16="http://schemas.microsoft.com/office/drawing/2014/main" val="3468418595"/>
                    </a:ext>
                  </a:extLst>
                </a:gridCol>
                <a:gridCol w="746333">
                  <a:extLst>
                    <a:ext uri="{9D8B030D-6E8A-4147-A177-3AD203B41FA5}">
                      <a16:colId xmlns:a16="http://schemas.microsoft.com/office/drawing/2014/main" val="3402128087"/>
                    </a:ext>
                  </a:extLst>
                </a:gridCol>
                <a:gridCol w="1064562">
                  <a:extLst>
                    <a:ext uri="{9D8B030D-6E8A-4147-A177-3AD203B41FA5}">
                      <a16:colId xmlns:a16="http://schemas.microsoft.com/office/drawing/2014/main" val="3461145821"/>
                    </a:ext>
                  </a:extLst>
                </a:gridCol>
              </a:tblGrid>
              <a:tr h="37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Category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Paper / Study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Year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Technique Used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Dataset Type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Measurements Extracted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ATC Scoring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Limitations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64347"/>
                  </a:ext>
                </a:extLst>
              </a:tr>
              <a:tr h="62883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Pose Estimation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Huang et al. [2] – </a:t>
                      </a:r>
                      <a:r>
                        <a:rPr lang="en-IN" sz="11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Multicow</a:t>
                      </a:r>
                      <a:r>
                        <a:rPr lang="en-IN" sz="11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 Pose Estimation for Dairy Monitoring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2022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Pose estimation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Farm cattle images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Keypoints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No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No structural scoring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37109"/>
                  </a:ext>
                </a:extLst>
              </a:tr>
              <a:tr h="62883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Wu et al. [11] – </a:t>
                      </a:r>
                      <a:r>
                        <a:rPr lang="en-IN" sz="11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Consistent Multi-Animal Pose Estimation in Cattle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2025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Pose + tracking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Farm cattle images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Keypoints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No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Focuses on detection only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691570"/>
                  </a:ext>
                </a:extLst>
              </a:tr>
              <a:tr h="62883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Measurement Estimation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Peng et al. [7] – </a:t>
                      </a:r>
                      <a:r>
                        <a:rPr lang="en-IN" sz="11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Automated Measurement Using </a:t>
                      </a:r>
                      <a:r>
                        <a:rPr lang="en-IN" sz="11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Keypoints</a:t>
                      </a:r>
                      <a:r>
                        <a:rPr lang="en-IN" sz="11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 + Depth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2024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YOLOv8 + depth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RGB + Depth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Body dimensions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No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Requires depth camera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140925"/>
                  </a:ext>
                </a:extLst>
              </a:tr>
              <a:tr h="62883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Yue et al. [13] – </a:t>
                      </a:r>
                      <a:r>
                        <a:rPr lang="en-IN" sz="11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Cattle Measurement using YOLOv8 + 3D Point Cloud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2024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YOLOv8 + 3D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RGB + 3D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Body measurements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No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Requires specialized setup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40680"/>
                  </a:ext>
                </a:extLst>
              </a:tr>
              <a:tr h="6288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Lightweight / Efficient Models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Li et al. [4] – </a:t>
                      </a:r>
                      <a:r>
                        <a:rPr lang="en-IN" sz="11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Lightweight Cattle Pose Estimation with Attention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2024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Lightweight pose model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Cattle pose dataset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Keypoints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No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Limited structural analysis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132842"/>
                  </a:ext>
                </a:extLst>
              </a:tr>
              <a:tr h="4684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Application-Based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Song et al. [9] – </a:t>
                      </a:r>
                      <a:r>
                        <a:rPr lang="en-IN" sz="11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Lameness Scoring using </a:t>
                      </a:r>
                      <a:r>
                        <a:rPr lang="en-IN" sz="11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Keypoints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2023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Pose + ML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RGB Images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Lameness score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No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Kalinga" panose="020B0502040204020203" pitchFamily="34" charset="0"/>
                        </a:rPr>
                        <a:t>Not for conformation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Kaling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4097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ED5DECE-E659-7090-15B5-E4BDC7389CDA}"/>
              </a:ext>
            </a:extLst>
          </p:cNvPr>
          <p:cNvSpPr txBox="1"/>
          <p:nvPr/>
        </p:nvSpPr>
        <p:spPr>
          <a:xfrm>
            <a:off x="322706" y="5968071"/>
            <a:ext cx="8498590" cy="695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algn="just"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 mainly focus on detection, measurement, or specific applications like lameness detection.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E1669-410F-E598-CBD6-2B598165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2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637FA-038C-A7D5-CEB3-7EE651F17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5A87-4D8B-6670-BF6F-F26381FE50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850" b="1" kern="1200" dirty="0">
                <a:solidFill>
                  <a:schemeClr val="tx1"/>
                </a:solidFill>
                <a:latin typeface="Amasis MT Pro Black" panose="02040A04050005020304" pitchFamily="18" charset="0"/>
              </a:rPr>
              <a:t>Research Gap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E0F9E9-D95D-1EC8-9A3D-1DB5622C9101}"/>
              </a:ext>
            </a:extLst>
          </p:cNvPr>
          <p:cNvSpPr txBox="1"/>
          <p:nvPr/>
        </p:nvSpPr>
        <p:spPr>
          <a:xfrm>
            <a:off x="840699" y="1779707"/>
            <a:ext cx="5033221" cy="3788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mainly focus on 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or measurement extraction, not structural evaluation</a:t>
            </a:r>
          </a:p>
          <a:p>
            <a:pPr marL="285750"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do not convert measurements into standardized ATC scores</a:t>
            </a:r>
          </a:p>
          <a:p>
            <a:pPr marL="285750"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approaches depend on depth cameras or multi-view setups, limiting real-world use</a:t>
            </a:r>
          </a:p>
          <a:p>
            <a:pPr marL="285750"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 end-to-end system combining detection, measurement, and scoring</a:t>
            </a:r>
          </a:p>
          <a:p>
            <a:pPr marL="285750"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focus on practical farm-level deployment using RGB images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3ECB4AE5-0C67-02EF-B7F6-5E2DE210C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F6744C-7BE9-3500-48C5-1850535ADCB5}"/>
              </a:ext>
            </a:extLst>
          </p:cNvPr>
          <p:cNvSpPr txBox="1"/>
          <p:nvPr/>
        </p:nvSpPr>
        <p:spPr>
          <a:xfrm>
            <a:off x="233082" y="5479450"/>
            <a:ext cx="6687671" cy="1197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algn="just"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gap motivates the development of an automated image-based ATC scoring system.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BD49C4-52F5-5CB6-AE77-891C1AE0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4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51FD5-8B50-D667-1F5D-FC924AC7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32C95-FBC6-CA7E-ED26-B7150D0558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2768" y="373626"/>
            <a:ext cx="3780214" cy="171860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dirty="0">
                <a:latin typeface="Amasis MT Pro Black" panose="02040A04050005020304" pitchFamily="18" charset="0"/>
              </a:rPr>
              <a:t>Methodology </a:t>
            </a:r>
            <a:br>
              <a:rPr lang="en-US" sz="3600" b="1" dirty="0">
                <a:latin typeface="Amasis MT Pro Black" panose="02040A04050005020304" pitchFamily="18" charset="0"/>
              </a:rPr>
            </a:br>
            <a:r>
              <a:rPr lang="en-US" sz="3600" b="1" dirty="0">
                <a:latin typeface="Amasis MT Pro Black" panose="02040A04050005020304" pitchFamily="18" charset="0"/>
              </a:rPr>
              <a:t>Or</a:t>
            </a:r>
            <a:br>
              <a:rPr lang="en-US" sz="3600" b="1" dirty="0">
                <a:latin typeface="Amasis MT Pro Black" panose="02040A04050005020304" pitchFamily="18" charset="0"/>
              </a:rPr>
            </a:br>
            <a:r>
              <a:rPr lang="en-US" sz="3600" b="1" dirty="0">
                <a:latin typeface="Amasis MT Pro Black" panose="02040A04050005020304" pitchFamily="18" charset="0"/>
              </a:rPr>
              <a:t>Proposed Work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570E6-3BDD-D373-C0E3-2A9F231DDEBB}"/>
              </a:ext>
            </a:extLst>
          </p:cNvPr>
          <p:cNvSpPr txBox="1"/>
          <p:nvPr/>
        </p:nvSpPr>
        <p:spPr>
          <a:xfrm>
            <a:off x="618681" y="2494403"/>
            <a:ext cx="410471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Input</a:t>
            </a:r>
            <a:r>
              <a:rPr lang="en-US" sz="17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Side-view cattle image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Keypoint</a:t>
            </a:r>
            <a:r>
              <a:rPr lang="en-US" sz="1700" b="1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Detection </a:t>
            </a:r>
            <a:r>
              <a:rPr lang="en-US" sz="17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YOLOv8-Pose detects anatomical </a:t>
            </a:r>
            <a:r>
              <a:rPr lang="en-US" sz="1700" b="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keypoints</a:t>
            </a:r>
            <a:endParaRPr lang="en-US" sz="1700" b="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Measurement Extraction </a:t>
            </a:r>
            <a:r>
              <a:rPr lang="en-US" sz="17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Geometric measurements are computed from </a:t>
            </a:r>
            <a:r>
              <a:rPr lang="en-US" sz="1700" b="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keypoints</a:t>
            </a:r>
            <a:endParaRPr lang="en-US" sz="1700" b="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Ratio Normalization </a:t>
            </a:r>
            <a:r>
              <a:rPr lang="en-US" sz="17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Measurements are normalized using withers height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ATC Scoring </a:t>
            </a:r>
            <a:r>
              <a:rPr lang="en-US" sz="17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Normalized ratios are converted into ATC scores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This forms a complete end-to-end ATC scoring pipeline.</a:t>
            </a:r>
            <a:endParaRPr lang="en-US" sz="1700" b="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50E71-C018-8DC6-07F9-58FFBF6B5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631" y="1440529"/>
            <a:ext cx="3064601" cy="45866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51901AF5-6702-DD69-DAEF-09A5391A9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43879" b="22982"/>
          <a:stretch>
            <a:fillRect/>
          </a:stretch>
        </p:blipFill>
        <p:spPr>
          <a:xfrm>
            <a:off x="4949556" y="89156"/>
            <a:ext cx="3738749" cy="8895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F9A376-5AC6-9970-CF30-CA331E9782BA}"/>
              </a:ext>
            </a:extLst>
          </p:cNvPr>
          <p:cNvSpPr txBox="1"/>
          <p:nvPr/>
        </p:nvSpPr>
        <p:spPr>
          <a:xfrm>
            <a:off x="5659916" y="980373"/>
            <a:ext cx="2392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1A046B-8A52-2A4B-4A9F-5AF8E16B0D8E}"/>
              </a:ext>
            </a:extLst>
          </p:cNvPr>
          <p:cNvSpPr txBox="1"/>
          <p:nvPr/>
        </p:nvSpPr>
        <p:spPr>
          <a:xfrm>
            <a:off x="4723396" y="6016853"/>
            <a:ext cx="4034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360BDF-8B94-0C6B-694D-96AC4458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1D2E2-61DC-E7A1-48A7-220C5BEA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515171-7601-C6E6-1100-3E12C741CE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36238" y="630608"/>
            <a:ext cx="4471521" cy="69308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rgbClr val="000000"/>
                </a:solidFill>
                <a:latin typeface="Amasis MT Pro Black" panose="02040A04050005020304" pitchFamily="18" charset="0"/>
              </a:rPr>
              <a:t>Implementation</a:t>
            </a:r>
          </a:p>
        </p:txBody>
      </p:sp>
      <p:pic>
        <p:nvPicPr>
          <p:cNvPr id="17" name="Graphic 16" descr="Programmer">
            <a:extLst>
              <a:ext uri="{FF2B5EF4-FFF2-40B4-BE49-F238E27FC236}">
                <a16:creationId xmlns:a16="http://schemas.microsoft.com/office/drawing/2014/main" id="{AD7A4710-43FB-5CEC-357D-6D21A0D0B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575697AB-1D61-13A0-C1C8-2D2735449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324798"/>
              </p:ext>
            </p:extLst>
          </p:nvPr>
        </p:nvGraphicFramePr>
        <p:xfrm>
          <a:off x="3714750" y="1816381"/>
          <a:ext cx="5089759" cy="4660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DC2F3A-6E29-E68D-B4A8-27BEA0F159E0}"/>
              </a:ext>
            </a:extLst>
          </p:cNvPr>
          <p:cNvSpPr txBox="1"/>
          <p:nvPr/>
        </p:nvSpPr>
        <p:spPr>
          <a:xfrm>
            <a:off x="1701889" y="1108495"/>
            <a:ext cx="57402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Amasis MT Pro Medium" panose="02040604050005020304" pitchFamily="18" charset="0"/>
              </a:rPr>
              <a:t>( Tools &amp; Technologies )</a:t>
            </a:r>
            <a:endParaRPr lang="en-US" sz="4000" b="1" dirty="0">
              <a:latin typeface="Amasis MT Pro Medium" panose="020406040500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319C5A-8586-ABB4-8B20-C2E1778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46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936F5685-106D-BB7E-887C-9E0B8F9A323D}"/>
              </a:ext>
            </a:extLst>
          </p:cNvPr>
          <p:cNvSpPr txBox="1">
            <a:spLocks/>
          </p:cNvSpPr>
          <p:nvPr/>
        </p:nvSpPr>
        <p:spPr>
          <a:xfrm>
            <a:off x="145519" y="2658317"/>
            <a:ext cx="3110753" cy="582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masis MT Pro Black" panose="02040A04050005020304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CF7C2-7F47-B00E-32BA-185EE5D25E98}"/>
              </a:ext>
            </a:extLst>
          </p:cNvPr>
          <p:cNvSpPr txBox="1"/>
          <p:nvPr/>
        </p:nvSpPr>
        <p:spPr>
          <a:xfrm>
            <a:off x="65901" y="3241022"/>
            <a:ext cx="31766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Amasis MT Pro Medium" panose="02040604050005020304" pitchFamily="18" charset="0"/>
              </a:rPr>
              <a:t>(</a:t>
            </a:r>
            <a:r>
              <a:rPr lang="en-US" sz="3200" b="1" dirty="0">
                <a:latin typeface="Amasis MT Pro Medium" panose="02040604050005020304" pitchFamily="18" charset="0"/>
              </a:rPr>
              <a:t>Model &amp; Logic</a:t>
            </a:r>
            <a:r>
              <a:rPr lang="en-US" sz="3200" b="1" dirty="0">
                <a:solidFill>
                  <a:srgbClr val="000000"/>
                </a:solidFill>
                <a:latin typeface="Amasis MT Pro Medium" panose="02040604050005020304" pitchFamily="18" charset="0"/>
              </a:rPr>
              <a:t>)</a:t>
            </a:r>
            <a:endParaRPr lang="en-US" sz="3200" b="1" dirty="0">
              <a:latin typeface="Amasis MT Pro Medium" panose="02040604050005020304" pitchFamily="18" charset="0"/>
            </a:endParaRPr>
          </a:p>
        </p:txBody>
      </p:sp>
      <p:graphicFrame>
        <p:nvGraphicFramePr>
          <p:cNvPr id="13" name="Content Placeholder 9">
            <a:extLst>
              <a:ext uri="{FF2B5EF4-FFF2-40B4-BE49-F238E27FC236}">
                <a16:creationId xmlns:a16="http://schemas.microsoft.com/office/drawing/2014/main" id="{4C0BCEB7-988C-9535-5378-B62396136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522561"/>
              </p:ext>
            </p:extLst>
          </p:nvPr>
        </p:nvGraphicFramePr>
        <p:xfrm>
          <a:off x="3494108" y="842685"/>
          <a:ext cx="5504373" cy="5208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1BD5C3-8CEF-B1AF-FA1E-D4D134DE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D8B63-E51A-5F6C-AD2C-F8B1A63D4076}"/>
              </a:ext>
            </a:extLst>
          </p:cNvPr>
          <p:cNvSpPr txBox="1"/>
          <p:nvPr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C4599-A63B-CFC7-8057-C91D671D773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918CFFB-B400-42A4-B280-07D6C31D9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0" dist="317500" dir="5700000" sx="95000" sy="95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8C8443-DB94-3F53-B876-7B9E2028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19" y="1225900"/>
            <a:ext cx="4135794" cy="23496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7ADC21-85C2-7E1E-319E-3B80C0ABC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19" y="4045226"/>
            <a:ext cx="4135794" cy="21031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94E954-660D-51E6-E97A-3DDA6FACB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775" y="1225899"/>
            <a:ext cx="4412476" cy="23496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E2F10B-4223-37AB-7BB5-E3BA5386D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9705" y="4045226"/>
            <a:ext cx="4412476" cy="21031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03863" y="560282"/>
            <a:ext cx="2936274" cy="635676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latin typeface="Amasis MT Pro Black" panose="02040A04050005020304" pitchFamily="18" charset="0"/>
              </a:rPr>
              <a:t>Results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467C66-3ED8-67A4-3389-5A0DE5C0CD5A}"/>
              </a:ext>
            </a:extLst>
          </p:cNvPr>
          <p:cNvSpPr txBox="1">
            <a:spLocks/>
          </p:cNvSpPr>
          <p:nvPr/>
        </p:nvSpPr>
        <p:spPr>
          <a:xfrm>
            <a:off x="697674" y="3575541"/>
            <a:ext cx="2936274" cy="635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masis MT Pro Black" panose="02040A04050005020304" pitchFamily="18" charset="0"/>
                <a:ea typeface="+mj-ea"/>
                <a:cs typeface="+mj-cs"/>
              </a:defRPr>
            </a:lvl1pPr>
          </a:lstStyle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Landmark Detection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20E1342-FCDB-B183-6BC8-94D862DC0837}"/>
              </a:ext>
            </a:extLst>
          </p:cNvPr>
          <p:cNvSpPr txBox="1">
            <a:spLocks/>
          </p:cNvSpPr>
          <p:nvPr/>
        </p:nvSpPr>
        <p:spPr>
          <a:xfrm>
            <a:off x="5237806" y="3546348"/>
            <a:ext cx="2936274" cy="635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masis MT Pro Black" panose="02040A04050005020304" pitchFamily="18" charset="0"/>
                <a:ea typeface="+mj-ea"/>
                <a:cs typeface="+mj-cs"/>
              </a:defRPr>
            </a:lvl1pPr>
          </a:lstStyle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- 1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C0E2A1E-CC45-08B1-A5AF-A8E25948C1A7}"/>
              </a:ext>
            </a:extLst>
          </p:cNvPr>
          <p:cNvSpPr txBox="1">
            <a:spLocks/>
          </p:cNvSpPr>
          <p:nvPr/>
        </p:nvSpPr>
        <p:spPr>
          <a:xfrm>
            <a:off x="731852" y="6148350"/>
            <a:ext cx="2936274" cy="635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masis MT Pro Black" panose="02040A04050005020304" pitchFamily="18" charset="0"/>
                <a:ea typeface="+mj-ea"/>
                <a:cs typeface="+mj-cs"/>
              </a:defRPr>
            </a:lvl1pPr>
          </a:lstStyle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- 2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8359276-7E84-205C-60F1-7A9EAF124BFA}"/>
              </a:ext>
            </a:extLst>
          </p:cNvPr>
          <p:cNvSpPr txBox="1">
            <a:spLocks/>
          </p:cNvSpPr>
          <p:nvPr/>
        </p:nvSpPr>
        <p:spPr>
          <a:xfrm>
            <a:off x="5250450" y="6148350"/>
            <a:ext cx="2936274" cy="635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masis MT Pro Black" panose="02040A04050005020304" pitchFamily="18" charset="0"/>
                <a:ea typeface="+mj-ea"/>
                <a:cs typeface="+mj-cs"/>
              </a:defRPr>
            </a:lvl1pPr>
          </a:lstStyle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- 3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AF0C61-C0A0-6D24-D034-3FEFD0FA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1BE4B-5177-58D5-CF71-9E47E9F872B2}"/>
              </a:ext>
            </a:extLst>
          </p:cNvPr>
          <p:cNvSpPr txBox="1"/>
          <p:nvPr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03346-B8E1-412E-3499-4DBB424554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0936" y="639461"/>
            <a:ext cx="7879842" cy="1010264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masis MT Pro Black" panose="02040A04050005020304" pitchFamily="18" charset="0"/>
              </a:rPr>
              <a:t>Results ( Cont..)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96012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38086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4" name="Content Placeholder 3">
            <a:extLst>
              <a:ext uri="{FF2B5EF4-FFF2-40B4-BE49-F238E27FC236}">
                <a16:creationId xmlns:a16="http://schemas.microsoft.com/office/drawing/2014/main" id="{13AE3F99-4E03-A184-14D9-78387CCD2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822985"/>
              </p:ext>
            </p:extLst>
          </p:nvPr>
        </p:nvGraphicFramePr>
        <p:xfrm>
          <a:off x="376809" y="1928192"/>
          <a:ext cx="8388096" cy="408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CCE8F75-CDD9-D979-486F-11ED0243F16F}"/>
              </a:ext>
            </a:extLst>
          </p:cNvPr>
          <p:cNvSpPr txBox="1"/>
          <p:nvPr/>
        </p:nvSpPr>
        <p:spPr>
          <a:xfrm>
            <a:off x="376808" y="6170415"/>
            <a:ext cx="8388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 a completely automated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non-invasive evaluation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C9DC24-4BEF-0BAE-CA01-954F54BE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7AC82-D736-DF3B-79F8-AA3757230188}"/>
              </a:ext>
            </a:extLst>
          </p:cNvPr>
          <p:cNvSpPr txBox="1"/>
          <p:nvPr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CBAF2-7847-3977-6431-96A3BBF0CEC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02106" y="580068"/>
            <a:ext cx="3151518" cy="70731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4BE23-EEF9-C364-F175-FDB264EF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227" y="1337469"/>
            <a:ext cx="8469279" cy="1703619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indent="0" algn="ctr" defTabSz="914400">
              <a:lnSpc>
                <a:spcPct val="90000"/>
              </a:lnSpc>
              <a:buNone/>
            </a:pPr>
            <a:r>
              <a:rPr lang="en-US" sz="2400" b="1" u="sng" dirty="0"/>
              <a:t>Challenges Faced</a:t>
            </a:r>
          </a:p>
          <a:p>
            <a:pPr marL="0" indent="0" defTabSz="914400">
              <a:lnSpc>
                <a:spcPct val="90000"/>
              </a:lnSpc>
              <a:buNone/>
            </a:pPr>
            <a:endParaRPr lang="en-US" sz="1800" b="1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Pose variation and occlusion affect </a:t>
            </a:r>
            <a:r>
              <a:rPr lang="en-US" sz="1800" dirty="0" err="1"/>
              <a:t>keypoint</a:t>
            </a:r>
            <a:r>
              <a:rPr lang="en-US" sz="1800" dirty="0"/>
              <a:t> detection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Limited dataset diversity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Measurement accuracy depends on landmark precision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79F7E82-7630-7E27-E441-A38E4693C235}"/>
              </a:ext>
            </a:extLst>
          </p:cNvPr>
          <p:cNvSpPr txBox="1">
            <a:spLocks/>
          </p:cNvSpPr>
          <p:nvPr/>
        </p:nvSpPr>
        <p:spPr>
          <a:xfrm>
            <a:off x="443226" y="3283326"/>
            <a:ext cx="8469279" cy="318676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90000"/>
              </a:lnSpc>
              <a:buNone/>
            </a:pPr>
            <a:endParaRPr lang="en-US" sz="3000" b="1" u="sng" dirty="0"/>
          </a:p>
          <a:p>
            <a:pPr marL="0" indent="0" algn="ctr" defTabSz="914400">
              <a:lnSpc>
                <a:spcPct val="90000"/>
              </a:lnSpc>
              <a:buNone/>
            </a:pPr>
            <a:r>
              <a:rPr lang="en-US" sz="4400" b="1" u="sng" dirty="0"/>
              <a:t>Solutions Applied</a:t>
            </a:r>
          </a:p>
          <a:p>
            <a:pPr marL="0" indent="0" defTabSz="914400">
              <a:lnSpc>
                <a:spcPct val="90000"/>
              </a:lnSpc>
              <a:buNone/>
            </a:pPr>
            <a:endParaRPr lang="en-US" sz="1800" b="1" dirty="0"/>
          </a:p>
          <a:p>
            <a:pPr marL="0" indent="0" defTabSz="914400">
              <a:lnSpc>
                <a:spcPct val="90000"/>
              </a:lnSpc>
              <a:buNone/>
            </a:pPr>
            <a:endParaRPr lang="en-US" sz="1800" b="1" dirty="0"/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3800" dirty="0"/>
              <a:t>Used YOLOv8-Pose for robust detection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3800" dirty="0"/>
              <a:t>Applied ratio normalization for consistency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3800" dirty="0"/>
              <a:t>Trained on diverse dataset conditions</a:t>
            </a:r>
          </a:p>
          <a:p>
            <a:pPr marL="114300" indent="0" defTabSz="914400">
              <a:buNone/>
            </a:pPr>
            <a:endParaRPr lang="en-US" sz="3800" dirty="0"/>
          </a:p>
          <a:p>
            <a:pPr marL="114300" indent="0" algn="just" defTabSz="914400">
              <a:buNone/>
            </a:pPr>
            <a:r>
              <a:rPr lang="en-US" sz="3800" dirty="0"/>
              <a:t>The key contribution is the conversion of geometric measurements into standardized ATC scores using an automated pipeline.</a:t>
            </a:r>
          </a:p>
          <a:p>
            <a:pPr marL="114300" indent="0" algn="just" defTabSz="914400">
              <a:buNone/>
            </a:pPr>
            <a:endParaRPr lang="en-US" sz="3800" dirty="0"/>
          </a:p>
          <a:p>
            <a:pPr marL="114300" indent="0" algn="just" defTabSz="914400">
              <a:buNone/>
            </a:pPr>
            <a:r>
              <a:rPr lang="en-US" sz="3800" dirty="0"/>
              <a:t>Unlike existing methods, our system bridges the gap between measurement and standardized ATC scoring.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A35390-47EF-B2E1-1F45-6F8F2754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4BD7B-46D1-CDE6-C30B-AA8FD874083A}"/>
              </a:ext>
            </a:extLst>
          </p:cNvPr>
          <p:cNvSpPr txBox="1"/>
          <p:nvPr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52178C-7F64-7CD3-DCD6-59B2B10FC4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69922" y="855963"/>
            <a:ext cx="7440639" cy="56741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Future Work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92BD0DAA-2442-C7B2-4DF4-015EFE5E8F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448496"/>
              </p:ext>
            </p:extLst>
          </p:nvPr>
        </p:nvGraphicFramePr>
        <p:xfrm>
          <a:off x="693684" y="1808922"/>
          <a:ext cx="7993116" cy="4563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53DAD4-06E0-91B7-E1AB-C8E92D0E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C673B-CE32-813D-1326-A5DC9C89CFB9}"/>
              </a:ext>
            </a:extLst>
          </p:cNvPr>
          <p:cNvSpPr txBox="1"/>
          <p:nvPr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A3B65-1C1B-8A11-7E49-4F7BA09FE30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idx="4294967295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latin typeface="Amasis MT Pro Black" panose="02040A040500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D58FA-59FC-E9DA-E307-C83ED5999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780910"/>
            <a:ext cx="7455989" cy="336127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Successfully developed an automated image-based ATC scoring system for cattle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system uses YOLOv8-Pose to detect anatomical landmarks and compute structural measurements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Converts measurements into standardized ATC scores, reducing dependency on manual evaluation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Provides consistent, objective, and non-invasive assessment using only RGB images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system is practical for real-world farm environments and supports data-driven decision making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It enables scalable, data-driven cattle evaluation for real-world applications.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88F3C3-A2BE-0157-3857-5247B4F6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9224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3C7C6B-B9EC-2000-1DCA-B595368D984C}"/>
              </a:ext>
            </a:extLst>
          </p:cNvPr>
          <p:cNvSpPr txBox="1"/>
          <p:nvPr/>
        </p:nvSpPr>
        <p:spPr>
          <a:xfrm>
            <a:off x="730838" y="0"/>
            <a:ext cx="8413162" cy="61555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 Project Presentation </a:t>
            </a:r>
            <a:r>
              <a:rPr lang="en-US" sz="1600" b="1" baseline="0" dirty="0">
                <a:solidFill>
                  <a:schemeClr val="bg1"/>
                </a:solidFill>
              </a:rPr>
              <a:t>on</a:t>
            </a:r>
            <a:r>
              <a:rPr lang="en-US" sz="1600" b="1" dirty="0">
                <a:solidFill>
                  <a:schemeClr val="bg1"/>
                </a:solidFill>
              </a:rPr>
              <a:t>                                                                               </a:t>
            </a:r>
          </a:p>
          <a:p>
            <a:pPr algn="ctr"/>
            <a:r>
              <a:rPr lang="en-US" sz="18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r>
              <a:rPr lang="en-US" sz="1800" b="1" dirty="0">
                <a:solidFill>
                  <a:schemeClr val="bg1"/>
                </a:solidFill>
              </a:rPr>
              <a:t>“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53B76-4F0B-DD8A-BED5-7DDE9741EF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7" b="96952" l="3047" r="964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4380" cy="685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74712" y="539974"/>
            <a:ext cx="3993358" cy="692478"/>
          </a:xfrm>
        </p:spPr>
        <p:txBody>
          <a:bodyPr anchor="b">
            <a:normAutofit/>
          </a:bodyPr>
          <a:lstStyle/>
          <a:p>
            <a:r>
              <a:rPr lang="en-US" sz="3100" dirty="0">
                <a:latin typeface="Amasis MT Pro Black" panose="02040A04050005020304" pitchFamily="18" charset="0"/>
              </a:rPr>
              <a:t>References 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7D599B7-4B2A-1FAA-5AB1-4B9ED59AA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656725"/>
              </p:ext>
            </p:extLst>
          </p:nvPr>
        </p:nvGraphicFramePr>
        <p:xfrm>
          <a:off x="457200" y="1232452"/>
          <a:ext cx="8229600" cy="5462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5AFE4-8BA6-7524-E92D-CA551B9D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1509</Words>
  <Application>Microsoft Office PowerPoint</Application>
  <PresentationFormat>On-screen Show (4:3)</PresentationFormat>
  <Paragraphs>215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Amasis MT Pro Black</vt:lpstr>
      <vt:lpstr>Amasis MT Pro Medium</vt:lpstr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Problem Statement</vt:lpstr>
      <vt:lpstr>Objectives</vt:lpstr>
      <vt:lpstr>Literature Review</vt:lpstr>
      <vt:lpstr>Research Gap</vt:lpstr>
      <vt:lpstr>Methodology  Or Proposed Work</vt:lpstr>
      <vt:lpstr>Implementation</vt:lpstr>
      <vt:lpstr>PowerPoint Presentation</vt:lpstr>
      <vt:lpstr>Results</vt:lpstr>
      <vt:lpstr>Results ( Cont..)</vt:lpstr>
      <vt:lpstr>Discussion</vt:lpstr>
      <vt:lpstr>Future Work</vt:lpstr>
      <vt:lpstr>Conclusion</vt:lpstr>
      <vt:lpstr>References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Sriya Padhy</cp:lastModifiedBy>
  <cp:revision>1</cp:revision>
  <dcterms:created xsi:type="dcterms:W3CDTF">2013-01-27T09:14:16Z</dcterms:created>
  <dcterms:modified xsi:type="dcterms:W3CDTF">2026-04-06T01:58:57Z</dcterms:modified>
  <cp:category/>
</cp:coreProperties>
</file>